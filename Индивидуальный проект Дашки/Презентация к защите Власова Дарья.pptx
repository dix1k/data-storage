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7"/>
  </p:notesMasterIdLst>
  <p:sldIdLst>
    <p:sldId id="276" r:id="rId2"/>
    <p:sldId id="275" r:id="rId3"/>
    <p:sldId id="272" r:id="rId4"/>
    <p:sldId id="274" r:id="rId5"/>
    <p:sldId id="27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4660"/>
  </p:normalViewPr>
  <p:slideViewPr>
    <p:cSldViewPr snapToGrid="0">
      <p:cViewPr>
        <p:scale>
          <a:sx n="80" d="100"/>
          <a:sy n="80" d="100"/>
        </p:scale>
        <p:origin x="59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08FC-7773-468C-AD9D-D6B989BF303C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50FEB-EB7A-4451-BC66-8D32584718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6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142A-4DFC-4796-8C70-07EC9BF4A8D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C28F-4BEB-4989-B3DB-384220D1CE9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8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065A-5A84-4039-81C1-30CB2C81C7F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8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A28C5-52D7-4419-9187-4FAD69180F9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2851D-B495-4D49-ABAF-316F96054603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5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B434-E7A4-48AF-8300-E756E797BEF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ABC36-5889-4CBC-AEBB-69EDC847CC2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5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6656-A860-47FD-9AF4-EFEE905825E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5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1AAA-6EA4-4199-AB09-6D694FA557A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1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4FE7-9056-4537-93B2-81B8EE51B8A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5D482-5BCF-45BB-9DE4-DFFE7E1394A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84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C6C3F-839A-45B8-B23A-DB743D67400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59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0AA55-3992-42D3-954A-36A8B36DA89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1411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EC3C-FC70-4E46-8EE9-4D9C5D46801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2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8539-7CFE-4A2E-A838-EA8ABE2F8DA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FD29-AC2F-4458-9B4A-E95AC6A7574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8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2FE8B-94A2-4D58-A350-633E41ADD170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708F1-1A2C-8757-A821-82382A1559EE}"/>
              </a:ext>
            </a:extLst>
          </p:cNvPr>
          <p:cNvSpPr txBox="1"/>
          <p:nvPr/>
        </p:nvSpPr>
        <p:spPr>
          <a:xfrm>
            <a:off x="5831840" y="891297"/>
            <a:ext cx="3325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СЕСТРИНСКОЕ ДЕЛО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 I	Группа С2-25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2E010-AAD1-EDA2-F930-17682B4391B4}"/>
              </a:ext>
            </a:extLst>
          </p:cNvPr>
          <p:cNvSpPr txBox="1"/>
          <p:nvPr/>
        </p:nvSpPr>
        <p:spPr>
          <a:xfrm>
            <a:off x="3060954" y="2199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«Уральский медицинский колледж»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757CABB-4FC6-9078-DA98-5DB68673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046" y="1681485"/>
            <a:ext cx="6121908" cy="35935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AD33749-AC60-9A2C-60E3-CDC3637E4D95}"/>
              </a:ext>
            </a:extLst>
          </p:cNvPr>
          <p:cNvSpPr txBox="1"/>
          <p:nvPr/>
        </p:nvSpPr>
        <p:spPr>
          <a:xfrm>
            <a:off x="3060954" y="5487406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защиты: ____________________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Оценка: _________________________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Подпись: ________________________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C97CF5F-7683-607F-AADA-49071780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046" y="6531883"/>
            <a:ext cx="6121908" cy="26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3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30D00-5E29-2839-00EC-22C72655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1" y="1152907"/>
            <a:ext cx="3873581" cy="862041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Bef>
                <a:spcPts val="2400"/>
              </a:spcBef>
            </a:pPr>
            <a:r>
              <a:rPr lang="ru-RU" b="1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DejaVu Sans"/>
              </a:rPr>
              <a:t>Планирование</a:t>
            </a:r>
            <a:endParaRPr lang="ru-RU" b="1" kern="0" dirty="0">
              <a:solidFill>
                <a:srgbClr val="376092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DejaVu San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4CB39AD-5234-9557-B5BB-980E283A9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1551"/>
              </p:ext>
            </p:extLst>
          </p:nvPr>
        </p:nvGraphicFramePr>
        <p:xfrm>
          <a:off x="4405392" y="301113"/>
          <a:ext cx="7254796" cy="625577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17706">
                  <a:extLst>
                    <a:ext uri="{9D8B030D-6E8A-4147-A177-3AD203B41FA5}">
                      <a16:colId xmlns:a16="http://schemas.microsoft.com/office/drawing/2014/main" val="680004798"/>
                    </a:ext>
                  </a:extLst>
                </a:gridCol>
                <a:gridCol w="2418545">
                  <a:extLst>
                    <a:ext uri="{9D8B030D-6E8A-4147-A177-3AD203B41FA5}">
                      <a16:colId xmlns:a16="http://schemas.microsoft.com/office/drawing/2014/main" val="515128625"/>
                    </a:ext>
                  </a:extLst>
                </a:gridCol>
                <a:gridCol w="2418545">
                  <a:extLst>
                    <a:ext uri="{9D8B030D-6E8A-4147-A177-3AD203B41FA5}">
                      <a16:colId xmlns:a16="http://schemas.microsoft.com/office/drawing/2014/main" val="3584470800"/>
                    </a:ext>
                  </a:extLst>
                </a:gridCol>
              </a:tblGrid>
              <a:tr h="259308"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Этапы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Действие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Сроки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2676566513"/>
                  </a:ext>
                </a:extLst>
              </a:tr>
              <a:tr h="5357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 Подготовительный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Придумать тему, дисциплину, продукт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Сентябрь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2442099097"/>
                  </a:ext>
                </a:extLst>
              </a:tr>
              <a:tr h="1365173"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Планирование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Составление плана, нахождение информации, продумать макет продукта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Октябрь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2480460660"/>
                  </a:ext>
                </a:extLst>
              </a:tr>
              <a:tr h="1641639"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Выполнение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Оформление найденной информации в готовый документ, оформление презентации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Ноябрь-Март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3088789801"/>
                  </a:ext>
                </a:extLst>
              </a:tr>
              <a:tr h="1365173"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Оформление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Устранить ошибки, распечатать, получить одобрение преподавателя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Апрель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3732687242"/>
                  </a:ext>
                </a:extLst>
              </a:tr>
              <a:tr h="1088706"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Заключение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Подготовка доклада, подготовка презентации, самозащита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tc>
                  <a:txBody>
                    <a:bodyPr/>
                    <a:lstStyle/>
                    <a:p>
                      <a:pPr indent="450215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6325870" algn="r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Май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DejaVu Sans"/>
                      </a:endParaRPr>
                    </a:p>
                  </a:txBody>
                  <a:tcPr marL="30813" marR="29450" marT="0" marB="0"/>
                </a:tc>
                <a:extLst>
                  <a:ext uri="{0D108BD9-81ED-4DB2-BD59-A6C34878D82A}">
                    <a16:rowId xmlns:a16="http://schemas.microsoft.com/office/drawing/2014/main" val="1710241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60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30D00-5E29-2839-00EC-22C72655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1152907"/>
            <a:ext cx="2661981" cy="1042644"/>
          </a:xfrm>
        </p:spPr>
        <p:txBody>
          <a:bodyPr/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AF11F6-4415-E223-418A-D6D2D344C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046" y="208026"/>
            <a:ext cx="6121908" cy="644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8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545267C-0EA3-3C66-DF87-3C1BE3A0F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160" y="503380"/>
            <a:ext cx="9618028" cy="58512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теоретической главе рассмотрено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Вариоляция: первые попытки искусственного создания иммунитета.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Прорыв Эдварда Дженнера и рождение современной вакцинации (1796 г.).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Вклад Луи Пастера: становление научной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вакцинологии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Вакцинация в России: ключевые этапы развития.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Глобальные успехи вакцинации.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Национальный календарь прививок в России.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вакцинологии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второй главе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создание презентации по теме «История вакцинации: от первых опытов до современных технологий».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3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30D00-5E29-2839-00EC-22C72655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1152907"/>
            <a:ext cx="2802035" cy="81861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FFA4F-AEEC-F9DE-2E4F-A3B362524865}"/>
              </a:ext>
            </a:extLst>
          </p:cNvPr>
          <p:cNvSpPr txBox="1"/>
          <p:nvPr/>
        </p:nvSpPr>
        <p:spPr>
          <a:xfrm>
            <a:off x="3333847" y="5602956"/>
            <a:ext cx="8362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позволила не только достичь поставленных целей, но и развить важные исследовательские компетенции. Несмотря на определённые сложности, проект успешно реализован и имеет практическую значимость для просветительской деятельности в области иммунизации.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8A52F7-E062-5DBE-E4B4-13D4DD095D17}"/>
              </a:ext>
            </a:extLst>
          </p:cNvPr>
          <p:cNvSpPr txBox="1"/>
          <p:nvPr/>
        </p:nvSpPr>
        <p:spPr>
          <a:xfrm>
            <a:off x="7931994" y="177826"/>
            <a:ext cx="383857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Минусы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Трудности при работе с историческими документами разных эпох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Необходимость глубокого погружения в специализированную терминологию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Временные затраты на обработку большого объёма информации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Сложность в систематизации разнородных источников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66DED8-C8FE-2B05-519A-9C4F38E5D43E}"/>
              </a:ext>
            </a:extLst>
          </p:cNvPr>
          <p:cNvSpPr txBox="1"/>
          <p:nvPr/>
        </p:nvSpPr>
        <p:spPr>
          <a:xfrm>
            <a:off x="3333847" y="177826"/>
            <a:ext cx="435759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Плюсы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Успешное достижение цели — создана презентация на тему «История вакцинации: от первых опытов до современных технологий»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Качественный анализ материала позволил проследить эволюцию методов иммунизации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Систематизированы данные по ключевым историческим событиям в области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вакцинологии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Развиты навыки работы с научными источниками и архивными документами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Сформировано глубокое понимание значимости вакцинации в современном мире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282CCF-7FD1-8281-CED9-B8E0107ADF35}"/>
              </a:ext>
            </a:extLst>
          </p:cNvPr>
          <p:cNvSpPr txBox="1"/>
          <p:nvPr/>
        </p:nvSpPr>
        <p:spPr>
          <a:xfrm>
            <a:off x="3338512" y="3532428"/>
            <a:ext cx="87058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выводы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История вакцинации демонстрирует колоссальный прогресс в борьбе с инфекционными заболеваниями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Современные методы иммунизации значительно безопаснее и эффективнее ранних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Вакцинация остаётся ключевым инструментом общественного здравоохранения</a:t>
            </a:r>
          </a:p>
        </p:txBody>
      </p:sp>
    </p:spTree>
    <p:extLst>
      <p:ext uri="{BB962C8B-B14F-4D97-AF65-F5344CB8AC3E}">
        <p14:creationId xmlns:p14="http://schemas.microsoft.com/office/powerpoint/2010/main" val="201769697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332</Words>
  <Application>Microsoft Office PowerPoint</Application>
  <PresentationFormat>Широкоэкранный</PresentationFormat>
  <Paragraphs>59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Cambria</vt:lpstr>
      <vt:lpstr>Century Gothic</vt:lpstr>
      <vt:lpstr>Times New Roman</vt:lpstr>
      <vt:lpstr>Wingdings 3</vt:lpstr>
      <vt:lpstr>Легкий дым</vt:lpstr>
      <vt:lpstr>Презентация PowerPoint</vt:lpstr>
      <vt:lpstr>Планирование</vt:lpstr>
      <vt:lpstr>Введение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вакцинации: от первых опытов до современных технологий</dc:title>
  <dc:creator>Дмитрий Власов</dc:creator>
  <cp:lastModifiedBy>Дмитрий Власов</cp:lastModifiedBy>
  <cp:revision>25</cp:revision>
  <dcterms:created xsi:type="dcterms:W3CDTF">2026-02-23T07:14:06Z</dcterms:created>
  <dcterms:modified xsi:type="dcterms:W3CDTF">2026-04-11T12:21:50Z</dcterms:modified>
</cp:coreProperties>
</file>