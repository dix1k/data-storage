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16"/>
  </p:notesMasterIdLst>
  <p:sldIdLst>
    <p:sldId id="256" r:id="rId2"/>
    <p:sldId id="259" r:id="rId3"/>
    <p:sldId id="260" r:id="rId4"/>
    <p:sldId id="262" r:id="rId5"/>
    <p:sldId id="264" r:id="rId6"/>
    <p:sldId id="263" r:id="rId7"/>
    <p:sldId id="261" r:id="rId8"/>
    <p:sldId id="265" r:id="rId9"/>
    <p:sldId id="266" r:id="rId10"/>
    <p:sldId id="267" r:id="rId11"/>
    <p:sldId id="268" r:id="rId12"/>
    <p:sldId id="269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6" autoAdjust="0"/>
    <p:restoredTop sz="94660"/>
  </p:normalViewPr>
  <p:slideViewPr>
    <p:cSldViewPr snapToGrid="0">
      <p:cViewPr varScale="1">
        <p:scale>
          <a:sx n="86" d="100"/>
          <a:sy n="86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D08FC-7773-468C-AD9D-D6B989BF303C}" type="datetimeFigureOut">
              <a:rPr lang="ru-RU" smtClean="0"/>
              <a:t>11.04.2026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250FEB-EB7A-4451-BC66-8D32584718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66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B142A-4DFC-4796-8C70-07EC9BF4A8D1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37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EC28F-4BEB-4989-B3DB-384220D1CE92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980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7065A-5A84-4039-81C1-30CB2C81C7FF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187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A28C5-52D7-4419-9187-4FAD69180F9A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94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2851D-B495-4D49-ABAF-316F96054603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45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4B434-E7A4-48AF-8300-E756E797BEFF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ABC36-5889-4CBC-AEBB-69EDC847CC29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653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6656-A860-47FD-9AF4-EFEE905825E9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65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B1AAA-6EA4-4199-AB09-6D694FA557A9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41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64FE7-9056-4537-93B2-81B8EE51B8AA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155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5D482-5BCF-45BB-9DE4-DFFE7E1394A6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3840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C6C3F-839A-45B8-B23A-DB743D674001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3597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0AA55-3992-42D3-954A-36A8B36DA892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1411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FEC3C-FC70-4E46-8EE9-4D9C5D46801E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27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08539-7CFE-4A2E-A838-EA8ABE2F8DAE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225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9FD29-AC2F-4458-9B4A-E95AC6A7574F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88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2FE8B-94A2-4D58-A350-633E41ADD170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9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A67FAA-F3E5-28CC-7ABF-C27982922E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вакцинации: от первых опытов до современных технологий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2D7274-9A6B-0731-6858-28323E5047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Выполнила: Власова Дарья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Студентка группы С2-25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A53153-6536-6FA8-9309-B8A4A52E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792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D76FF5-C474-D053-FA97-A2134945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Вариоляция — первые попытки иммунизации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E1E0DB-45B1-B69E-80EF-CB2FE60D6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Вариоляция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введение материала из оспенных пузырьков больного для создания иммунитета</a:t>
            </a:r>
          </a:p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География распространения: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VI–X вв.: Индия, Китай (вдыхание струпьев, втирание гноя в ранки)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XVII–XVIII вв.: Османская империя (контролируемая процедура)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Европа (леди Мэри Монтегю)</a:t>
            </a:r>
          </a:p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Риски метода: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Смертность 1–2% (против 20–40% при естественной оспе)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Риск заражения окружающих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4D633F-5592-5BDF-0A46-393B95F9A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355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CAC0F3-2A01-D5B7-4CE5-92D36F587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202835" cy="128089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Вариоляция в России: пример Екатерины II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C7E77F-36A9-87B8-3D7A-7B13ED9E4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1768 год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императрица Екатерина II решила подать личный пример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Приглашён британский доктор Томас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Димсдейл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 октября 1768 года — прививка императрице и её сыну Павлу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 взят у крестьянского мальчика Александра Маркова</a:t>
            </a:r>
          </a:p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Выбита серебряная медаль с надписью 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«Собою подала пример»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Аристократия последовала примеру императрицы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91936B-3544-C781-6DE4-F0021B77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792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F2C3CA-4A12-6BBD-5DD7-0DFEC04F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Эдвард Дженнер — рождение вакцинации (1796 г.)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0D3439-5EB1-FCD8-82C1-00A9BEEB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1687" cy="450494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Эдвард Дженнер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(1749–1823) — английский врач</a:t>
            </a: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Наблюдение: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доярки, переболевшие коровьей оспой, не болеют натуральной оспой</a:t>
            </a: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1796 год — исторический эксперимент: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8-летнему Джеймсу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Фиппсу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введён материал коровьей оспы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 выздоровления — попытка заражения натуральной оспой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Ребёнок не заболел!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 открытия: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первой безопасной вакцины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Термин «вакцина» (от </a:t>
            </a:r>
            <a:r>
              <a:rPr lang="ru-RU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vacca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«корова»)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Начало научной иммунизации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2F654D-A8F6-1277-430D-DFC7790B8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0418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6D9B57-ACDF-0772-9662-9909FBEA5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Первая вакцинация в России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6E5545-F10A-DB9C-E604-2841B7935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1801 год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профессор Е.О. Мухин провёл первую вакцинацию по методу Дженнера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Мальчик 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Антон Петров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получил прививку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честь события получил фамилию 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ВАКЦИНОВ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Метод Дженнера распространился по России</a:t>
            </a:r>
          </a:p>
          <a:p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40CE1A-A561-AE1D-A7FC-435ABFEEF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910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F01FE0-8A17-8BE8-2E69-57F41F99A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Луи Пастер — научная основа вакцинологии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742B7D-F9F3-582F-5228-770ED958A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Луи Пастер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(1822–1895) — французский учёный, основоположник микробиологии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Главные открытия: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Доказал связь микроорганизмов с инфекциями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Предложил использовать ослабленные (аттенуированные) возбудители</a:t>
            </a: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Созданные вакцины: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1879 г. — против куриной холеры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1881 г. — против сибирской язвы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1885 г. — против бешенства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1885 год: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Спас 9-летнего Жозефа Мейстера, укушенного бешеной собакой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085C0C9-317A-A640-00F3-BB4C6ADF7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38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C28270-22BB-60E5-23F7-98A3E2654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9339995" cy="1280890"/>
          </a:xfrm>
        </p:spPr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вакцинации в России (XIX–XX вв.)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04C032-A5DB-450F-3AF1-B600B5E5E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события: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1893 г.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И.Г. Савченко и Д.К. Заболотный (опыты по пероральной вакцинации против холеры)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1883–1942 гг.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вакцина Л.С.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Ценковского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против сибирской язвы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1919 г.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декрет об обязательной вакцинации против оспы</a:t>
            </a: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1936 г.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оспа в СССР ликвидирована</a:t>
            </a:r>
          </a:p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Владимир Хавкин (1860–1930):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Вакцина против холеры (испытал на себе)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Противочумная вакцина («лимфа Хавкина»)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Памятник в Бомбее (Индия)</a:t>
            </a:r>
          </a:p>
          <a:p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507508-8A3C-A821-82FA-D478676C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80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E6014-2C72-42BD-4966-63A076123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Борьба с полиомиелитом в СССР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8FBB82-8060-81A2-8886-0D5F21536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1950-е годы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эпидемия полиомиелита в мире</a:t>
            </a:r>
          </a:p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Альберт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Сейбин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(США) — создал живую вакцину, но в США её не применяли</a:t>
            </a:r>
          </a:p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Советские учёные: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Михаил Чумаков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Анатолий Смородинцев</a:t>
            </a:r>
          </a:p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1959–1960 гг.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массовая вакцинация в СССР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Привито 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77,5 миллионов человек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Эпидемия полиомиелита остановлена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6C54816-8951-9E0E-C1BE-1484710B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20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C83392-602D-FD8A-1959-44BB6C382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календаря прививок в СССР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0F96E4D-6AE1-96A0-386E-B3CEC6FB1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системы вакцинации: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 г.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начало вакцинации БЦЖ (туберкулёз)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1958 г.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первый календарь прививок (5 вакцин: оспа, туберкулёз, коклюш, дифтерия, полиомиелит)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1966 г.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добавлена вакцинация от столбняка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1968 г.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вакцинация от кори, затем от паротита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1998 г.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вакцинация от гепатита B и краснухи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07EFF43-8E96-63BF-50A7-C62E9328C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110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AD8104-E36B-6052-9777-12B27A830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Глобальные успехи вакцинации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819B240-0B48-A0DE-4C81-9B9E2FF21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достижения: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1980 г.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ВОЗ объявила о полной ликвидации натуральной оспы (единственная побеждённая инфекция)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1986 г.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первая генно-инженерная вакцина (против гепатита B)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 г.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— создание российской вакцины «Спутник V» против COVID-19</a:t>
            </a:r>
          </a:p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Новые технологии: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мРНК-вакцины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Векторные вакцины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Вирусоподобные частицы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D059D7A-8BA3-CC3B-DD79-4DF2DFB09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655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8978B-B2B3-5795-2043-53ACB00D7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Национальный календарь прививок РФ (2024)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5E359D-4961-6271-3101-F240A16EA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023872"/>
            <a:ext cx="8911687" cy="4724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Вакцинация против 13 инфекций: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Гепатит B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Туберкулёз (БЦЖ)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Дифтерия, столбняк, коклюш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Полиомиелит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Корь, краснуха, эпидемический паротит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Гемофильная инфекция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Пневмококковая инфекция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Грипп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Ротавирусная инфекция (по эпидпоказаниям)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(отдельные группы)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Календарь регулярно обновляется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AE00B5-C81C-E86C-19B2-A9A0C5926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940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30E2CB-FB33-8B1A-CACA-F65B858AF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 развития вакцинологии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583A2E0-9D20-52FA-312D-1EF042004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Будущие направления: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мРНК-вакцины (быстрая разработка, эффективность)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Персонализированные противоопухолевые вакцины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Вакцины против ВИЧ, малярии, туберкулёза нового поколения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Нанотехнологии и вирусоподобные частицы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Универсальные вакцины против гриппа и коронавирусов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9EB47E-F2CC-2D0D-8D02-8465C846E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690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6FFD0A-5BD6-C790-969F-A4A8085A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  <a:b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502A4C-1665-EE19-D2AE-50C6208C6A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вакцинации демонстрирует колоссальный прогресс в борьбе с инфекциями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Современные методы иммунизации значительно безопаснее и эффективнее ранних</a:t>
            </a:r>
          </a:p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Вакцинация остаётся ключевым инструментом общественного здравоохранения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E3E016F-B3BD-3690-0BB5-F05B5654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574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130D00-5E29-2839-00EC-22C72655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6932" y="3013086"/>
            <a:ext cx="7838135" cy="831827"/>
          </a:xfrm>
        </p:spPr>
        <p:txBody>
          <a:bodyPr>
            <a:normAutofit/>
          </a:bodyPr>
          <a:lstStyle/>
          <a:p>
            <a:pPr algn="ctr"/>
            <a:r>
              <a:rPr lang="ru-RU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F27826-E07F-C839-9350-99D29EBC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085336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116</TotalTime>
  <Words>724</Words>
  <Application>Microsoft Office PowerPoint</Application>
  <PresentationFormat>Широкоэкранный</PresentationFormat>
  <Paragraphs>118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Times New Roman</vt:lpstr>
      <vt:lpstr>Wingdings 3</vt:lpstr>
      <vt:lpstr>Легкий дым</vt:lpstr>
      <vt:lpstr>История вакцинации: от первых опытов до современных технологий</vt:lpstr>
      <vt:lpstr>Вариоляция — первые попытки иммунизации </vt:lpstr>
      <vt:lpstr>Вариоляция в России: пример Екатерины II </vt:lpstr>
      <vt:lpstr>Эдвард Дженнер — рождение вакцинации (1796 г.) </vt:lpstr>
      <vt:lpstr>Первая вакцинация в России </vt:lpstr>
      <vt:lpstr>Луи Пастер — научная основа вакцинологии </vt:lpstr>
      <vt:lpstr>Развитие вакцинации в России (XIX–XX вв.) </vt:lpstr>
      <vt:lpstr>Борьба с полиомиелитом в СССР </vt:lpstr>
      <vt:lpstr>Развитие календаря прививок в СССР </vt:lpstr>
      <vt:lpstr>Глобальные успехи вакцинации </vt:lpstr>
      <vt:lpstr>Национальный календарь прививок РФ (2024) </vt:lpstr>
      <vt:lpstr>Перспективы развития вакцинологии </vt:lpstr>
      <vt:lpstr>Выводы 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История вакцинации: от первых опытов до современных технологий</dc:title>
  <dc:creator>Дмитрий Власов</dc:creator>
  <cp:lastModifiedBy>Дмитрий Власов</cp:lastModifiedBy>
  <cp:revision>24</cp:revision>
  <dcterms:created xsi:type="dcterms:W3CDTF">2026-02-23T07:14:06Z</dcterms:created>
  <dcterms:modified xsi:type="dcterms:W3CDTF">2026-04-11T12:21:57Z</dcterms:modified>
</cp:coreProperties>
</file>