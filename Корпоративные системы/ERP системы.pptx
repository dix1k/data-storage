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4D94A-05D0-68E2-E963-D4D2D302E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15BBD0-FAD0-ADCA-238C-171C1D600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306E67-77E1-D304-FC95-338DED9D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A7CDE3-BF15-F19F-7234-14EAE1C3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8B159-56C7-B50B-88E3-51CFA288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78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C6E63-F293-9F65-3C2C-53164571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C418D4-40E5-2021-1F05-00BDE4440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D03115-2A54-7018-26B2-10B7BE36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D05FE-6D8F-A3D4-4229-BF70D0A0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E29798-827B-F513-C539-43A7C856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57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636A4-D718-5C92-D1F6-BE531F15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D1B785-D00C-15C7-AAC8-8552794B1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81450B-535E-D804-DFCC-83C0DE1F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3849B9-6988-3E57-BE1A-6874BA0B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10713C-8830-D36E-2A5D-C19D8E380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25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BF0AC-1F30-4E18-079D-CB555556E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EDA2-C55E-F995-72F3-07066AB26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72B4D9-5B9C-7DA4-BCB1-6A9AA983A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17D101-9663-8F60-09CD-9432DCA5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043E5F-325C-CBB4-8A86-52E383AB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299C48-B1A7-7987-F73C-633014CF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56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BCFD0-E47A-8ADF-09BE-C839D0E3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9AE18E-38A2-523C-9349-205C0265D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5F579-39AE-13DC-5FD2-1248914F7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8050C4-5396-BF59-40A7-DC34EB2F0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8B68D9-E1F2-B445-89C3-BE75311EA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40E74C-838C-E36A-F2A4-EA086BCB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57BD9A-064B-4856-4929-FABE2E78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072A62-DA28-4345-EC0F-7A7269B8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45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59804-BA1F-4127-27F0-19250E69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C1EA0DB-C9CA-4B94-27FD-B9892C87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47655A-F13F-213A-15DB-579A85AD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01A0E2-393A-51E8-1796-A88CE0C1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40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1B681C-ABC4-182C-0D8A-60858190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1F0BB3-663B-9F62-C39F-3272FEF7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50F455-E3E5-9709-4E03-044832B9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83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9FAB4-815A-F86C-217D-C0E0409C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4F3276-8F73-846A-2843-77AF7AB3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E7EE99-8F9A-9CD1-17B9-8B52BA45F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0787AE-CFCE-7C0B-5334-E3D74983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E24563-7672-6B23-45CB-7FE91015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A0778-4770-E5DC-3B23-DB7B0DCE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5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25042-809C-A01D-2A50-44BC6F22B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F93CB3-4816-498B-740E-F0EF3ED17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3CCC3B-41A0-4AD4-D48C-18596EE48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87618F-F186-BE85-AC28-7AF40F83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1F0622-1CAD-1DDF-B87E-7823B0D8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C21012-6996-66CE-D4AA-4762AFB3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36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2B82A-1B3D-59A1-CD38-44B27501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A7D299-DD10-397E-CC20-0D079E269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86EEEF-3A0B-2AB8-A32D-411B40BA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0DAD2C-CF0D-1B94-FC5C-57A5A981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1A91B8-3675-75AA-26F2-3138AEAF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64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65D9CA-F649-D2A0-4713-7076B1133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C6A5B1-0259-C713-6B4B-72B0D52B8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FC2CA-0AB3-6A2B-312E-D470C635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71545D-5366-0E88-9432-152621DB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32C57A-AF14-2840-17ED-D50FEE5D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27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13824-3BCE-AB5E-2C4C-B7230F1F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956EB2-79D8-7BC9-E947-ED550E73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BF7A25-B30F-8833-BEAF-B5D7325EC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20F63-A8F5-46E0-A49F-2DCB81287B1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C68A93-2758-E20C-107E-CFD294EE4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DEB338-31E6-1B69-1FDE-41517DA17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20D6A-9BE8-4FE5-AD5C-34E0DC2D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23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EF8BD-5B7B-CC8D-E9C5-9E53F9C43F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ERP (Enterprise Resource Planning)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3CF550-F9FF-3691-836A-49176404E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Власов Дмитрий / ПИНб-31</a:t>
            </a:r>
          </a:p>
        </p:txBody>
      </p:sp>
    </p:spTree>
    <p:extLst>
      <p:ext uri="{BB962C8B-B14F-4D97-AF65-F5344CB8AC3E}">
        <p14:creationId xmlns:p14="http://schemas.microsoft.com/office/powerpoint/2010/main" val="231386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B2FCE4-2039-7429-0C37-78DC614D957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57" r="35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7DDC992-9DEA-6075-2211-4C31C6E4D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Arial" panose="020B0604020202020204" pitchFamily="34" charset="0"/>
              </a:rPr>
              <a:t>Интегрированная система управления бизнес-процессами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Arial" panose="020B0604020202020204" pitchFamily="34" charset="0"/>
              </a:rPr>
              <a:t>Объединяет: финансы, производство, склад, продажи, HR, CRM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Arial" panose="020B0604020202020204" pitchFamily="34" charset="0"/>
              </a:rPr>
              <a:t>Автоматизация и стандартизация процессов</a:t>
            </a:r>
          </a:p>
        </p:txBody>
      </p:sp>
      <p:sp>
        <p:nvSpPr>
          <p:cNvPr id="6" name="AutoShape 2" descr="Picture background">
            <a:extLst>
              <a:ext uri="{FF2B5EF4-FFF2-40B4-BE49-F238E27FC236}">
                <a16:creationId xmlns:a16="http://schemas.microsoft.com/office/drawing/2014/main" id="{5B229E91-372A-F15D-C258-C817AFECF69B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sz="4400" dirty="0"/>
              <a:t>Что такое </a:t>
            </a:r>
            <a:r>
              <a:rPr lang="en-US" sz="4400" dirty="0"/>
              <a:t>ERP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67550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27D1A-3100-26A5-E526-EA186A76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 </a:t>
            </a:r>
            <a:r>
              <a:rPr lang="en-US" dirty="0"/>
              <a:t>ERP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AF5E0A-F286-50D8-AAEE-2EFE6C8BB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45" y="2311576"/>
            <a:ext cx="10797910" cy="340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EB075-1A72-38C5-C3D9-9928675A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ERP-</a:t>
            </a:r>
            <a:r>
              <a:rPr lang="ru-RU" dirty="0"/>
              <a:t>систем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7E3B2B-746A-40B9-9E3A-C54424AC5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2492508"/>
            <a:ext cx="305409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SAP ERP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NetSuite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Dynamics 365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1C:Enterprise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Odoo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0AFB4E-9FA8-A9CE-8E30-F8BEF4DD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5"/>
          <a:stretch>
            <a:fillRect/>
          </a:stretch>
        </p:blipFill>
        <p:spPr>
          <a:xfrm>
            <a:off x="3630168" y="1929385"/>
            <a:ext cx="8231762" cy="39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5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FF69D-C167-62FA-CAF2-AA026EA2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</a:t>
            </a:r>
            <a:r>
              <a:rPr lang="en-US" dirty="0"/>
              <a:t>ERP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5437BB-8BB4-921A-04B4-99E24C86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2269794"/>
            <a:ext cx="496519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Централизованное управление данными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Автоматизация рутинных процессов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Аналитика и прогнозирование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Мобильный доступ к информации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Интеграция с другими системами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7A6C9B-A213-60D1-C754-4AE5AFA2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44231"/>
            <a:ext cx="5289820" cy="496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3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1BE2AE-DD19-83FB-61E9-C8838D8E3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0"/>
            <a:ext cx="8357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5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A72AA-DE5C-3E75-AEA9-B836551E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ERP vs. </a:t>
            </a:r>
            <a:r>
              <a:rPr lang="ru-RU" dirty="0"/>
              <a:t>другие системы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C160337-8554-70A2-92F9-22204F84C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941117"/>
              </p:ext>
            </p:extLst>
          </p:nvPr>
        </p:nvGraphicFramePr>
        <p:xfrm>
          <a:off x="649224" y="2514600"/>
          <a:ext cx="10475976" cy="3444240"/>
        </p:xfrm>
        <a:graphic>
          <a:graphicData uri="http://schemas.openxmlformats.org/drawingml/2006/table">
            <a:tbl>
              <a:tblPr/>
              <a:tblGrid>
                <a:gridCol w="3465576">
                  <a:extLst>
                    <a:ext uri="{9D8B030D-6E8A-4147-A177-3AD203B41FA5}">
                      <a16:colId xmlns:a16="http://schemas.microsoft.com/office/drawing/2014/main" val="21703009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01465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1521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 dirty="0"/>
                        <a:t>Параметр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ERP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 dirty="0"/>
                        <a:t>Отдельные системы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8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 dirty="0"/>
                        <a:t>Централизация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Да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Нет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56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Интеграция процессов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Да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Частично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60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Стоимость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Высокая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Ниже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500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Гибкость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Средняя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 dirty="0"/>
                        <a:t>Высокая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69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0FC1F-7142-01C0-1635-8C58EBE5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Сфера применения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3A727C3-F06E-5B6B-1B5B-565610301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2" y="2857709"/>
            <a:ext cx="440740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Производство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Логистика и дистрибуция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Ритейл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Финансы и страхование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Государственные учреждения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58CF9B-57E4-8E26-9D3B-6FE36AB1D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843" y="1501078"/>
            <a:ext cx="6496957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2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B4FB3-36DF-6DF6-1C84-53D6BB0B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выбрать </a:t>
            </a:r>
            <a:r>
              <a:rPr lang="en-US" dirty="0"/>
              <a:t>ERP</a:t>
            </a:r>
            <a:r>
              <a:rPr lang="ru-RU" dirty="0"/>
              <a:t>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2EF11B-7FCF-F6E7-42B8-BF11B0F5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3850"/>
            <a:ext cx="10250330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23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4B964-F501-A979-901B-A7AEF23B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Кейсы внедрения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5A83B2-ED5D-3ACC-9AA2-86DD95F37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480" y="2505670"/>
            <a:ext cx="56144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SAP: крупные производственные компании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1C:Enterprise: малый и средний бизнес в России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Odoo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гибкая настройка для e-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AC2DEB-98F2-55E4-CDFA-6A6AC598D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3523307"/>
            <a:ext cx="983117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16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1F55F-F153-E28B-5C4D-43DDCD02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C36557-1A34-8918-C984-F7AEE259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1476102"/>
            <a:ext cx="12022228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979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133</Words>
  <Application>Microsoft Office PowerPoint</Application>
  <PresentationFormat>Широкоэкранный</PresentationFormat>
  <Paragraphs>49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ERP (Enterprise Resource Planning)</vt:lpstr>
      <vt:lpstr>Что такое ERP</vt:lpstr>
      <vt:lpstr>Основные функции ERP</vt:lpstr>
      <vt:lpstr>Примеры ERP-систем</vt:lpstr>
      <vt:lpstr>Возможности ERP</vt:lpstr>
      <vt:lpstr>Презентация PowerPoint</vt:lpstr>
      <vt:lpstr>ERP vs. другие системы</vt:lpstr>
      <vt:lpstr>Сфера применения</vt:lpstr>
      <vt:lpstr>Как выбрать ERP?</vt:lpstr>
      <vt:lpstr>Кейсы внедрения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Власов</dc:creator>
  <cp:lastModifiedBy>Дмитрий Власов</cp:lastModifiedBy>
  <cp:revision>4</cp:revision>
  <dcterms:created xsi:type="dcterms:W3CDTF">2026-03-16T10:43:32Z</dcterms:created>
  <dcterms:modified xsi:type="dcterms:W3CDTF">2026-03-16T11:25:38Z</dcterms:modified>
</cp:coreProperties>
</file>