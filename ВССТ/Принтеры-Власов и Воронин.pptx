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90" r:id="rId14"/>
    <p:sldId id="274" r:id="rId15"/>
    <p:sldId id="261" r:id="rId16"/>
    <p:sldId id="265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62" r:id="rId27"/>
    <p:sldId id="264" r:id="rId28"/>
    <p:sldId id="284" r:id="rId29"/>
    <p:sldId id="285" r:id="rId30"/>
    <p:sldId id="286" r:id="rId31"/>
    <p:sldId id="287" r:id="rId32"/>
    <p:sldId id="288" r:id="rId33"/>
    <p:sldId id="291" r:id="rId34"/>
    <p:sldId id="289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1196B-BF2C-39C6-F1ED-B832BCCCF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91A145-3985-4D6C-6981-8F05ADF44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27C8B7-05B7-AEC7-3A57-B318068D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38E4DB-6FF5-5844-C718-4DB00C39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C1C9D6-BA66-8EC1-1F0D-953570E0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32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593B4-F99E-98D6-FB7D-B4FCB3F8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843604-819B-89CE-0F65-03623A8BD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5002DD-223F-D476-C762-64B6F9585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C09E8-87F0-3FB0-ABD3-F08A902B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545698-6A03-A878-0697-046907D4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60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42B18-0C75-8A15-887D-8A95AD81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59554B-ACC6-BA9A-C649-958C8312D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F5AFCD-A6C7-7ED3-2D8E-3160F207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0EF9DE-DEB8-D550-6742-C5248F63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274F6-FEAA-EEAD-F5A0-7AB0A230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81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8F5C5-B192-F8B4-FDBC-9F58C4B0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B3EA3-B219-D9BF-8B08-8FE0CFCBF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C19DE3-5424-5CB8-BD92-5BE31DB1A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D4791F-D089-C894-DE09-2BB7DB20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8CE0B7-10DC-428D-8603-132A4E60A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AEC0B0-7C41-04E1-098D-95994188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7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D4FCF-44FB-7ED8-EA63-751789C1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2D1B7C-9891-65DB-6EBE-F3DCEEF55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596ABB-3430-04CA-49D8-EC848A514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7C36491-BECE-BE6E-D61D-19B70325C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4819931-5059-82E9-FB20-0C4BBA9BD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7B2F9C8-41A2-35CB-8EC4-82727D44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2DB34A-493F-90C3-21FC-951BBA2E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4F11860-7696-197E-E82C-21285F68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58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DED6C-D7D6-FBC1-13CA-73C42533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AD3EC4-0910-FD51-068A-00552FC9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78231D-D0CD-F750-F488-0E939885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FD73F8-BCF0-730E-C552-BB9C31BB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16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1DC805-65AA-EB7E-655E-5F67DB0F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F8254A-E839-F1B4-3682-541FE59A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102B82-3C1E-AE23-4A66-E50E3654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53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3D08F-92CA-1F4F-78B7-12D8F5FE8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D09BC5-D4E7-B5FA-B534-BCAF971F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E171CE-DD92-7D4D-AD54-7252F4F28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10F35F-BE80-7EC2-672A-ACC48C4B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05EEA5-4DEB-0228-FB5B-3D1A6073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72A149-C8B7-0457-E891-A623101A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2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75BEF-E536-584D-EAA9-73AD943D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13A625-E70B-6A96-7B14-6BDA83DFC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59FB53-9F92-F246-FBEF-364815A86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DFBFE7-8E03-AAA3-1FBE-BB6CC6F7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B7B773-DA70-D007-DDF6-3E135536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1C0DA9-5725-AE49-EC88-3FE93F70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873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1ABC0-ADC7-9800-D8F7-5040249EC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024D97-D5F8-AB23-CCD2-72D241FCC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62EC5E-66D7-67AA-FC56-B414B686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5396C-D84C-582A-0F2E-AF8F4CCA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72FC90-5C49-211E-066D-ACFDE3A1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194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DFAD839-25FB-4BC7-534B-73FB81CA1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29E4F4-91C4-9DF4-91CF-846ABAF8B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4AF104-D27F-9670-E5FC-7DDD256C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FB2288-030F-4D78-6F80-C5038721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B9C804-5EB8-BADE-FF54-2F2560D6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88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BBFF6-C31A-FBFC-98C7-D9BFE40D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F5EE1B-304A-7E18-38A4-A58749964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86E0A8-5BA3-00CC-F95E-71C803166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CFC55-F2AE-4DFD-A1DD-7FFEFE2284B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7822F4-6345-DB18-2788-835854005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E16B96-D755-FAEE-4AB3-3FA27282C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6B69-765F-4805-A70E-71401284DF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833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A55A6-A5CE-F434-2C05-9FCFEDDA6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8000" dirty="0"/>
              <a:t>Принтеры</a:t>
            </a: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4E56D3BA-6664-141B-B947-69062D5B8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495" y="5537370"/>
            <a:ext cx="5785282" cy="979502"/>
          </a:xfrm>
        </p:spPr>
        <p:txBody>
          <a:bodyPr/>
          <a:lstStyle/>
          <a:p>
            <a:r>
              <a:rPr lang="ru-RU" dirty="0"/>
              <a:t>Авторы: Власов Дмитрий и Воронин Артём</a:t>
            </a:r>
          </a:p>
          <a:p>
            <a:r>
              <a:rPr lang="ru-RU" dirty="0"/>
              <a:t>Группа: ПИНб-21</a:t>
            </a:r>
          </a:p>
        </p:txBody>
      </p:sp>
    </p:spTree>
    <p:extLst>
      <p:ext uri="{BB962C8B-B14F-4D97-AF65-F5344CB8AC3E}">
        <p14:creationId xmlns:p14="http://schemas.microsoft.com/office/powerpoint/2010/main" val="2149466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4993CBE9-DE71-00B4-23ED-964AD7D70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91953"/>
            <a:ext cx="3822025" cy="4777035"/>
          </a:xfrm>
        </p:spPr>
        <p:txBody>
          <a:bodyPr>
            <a:normAutofit fontScale="92500" lnSpcReduction="20000"/>
          </a:bodyPr>
          <a:lstStyle/>
          <a:p>
            <a:r>
              <a:rPr lang="ru-RU" sz="3200" b="1" dirty="0"/>
              <a:t>Принтеры</a:t>
            </a:r>
            <a:r>
              <a:rPr lang="ru-RU" sz="3200" dirty="0"/>
              <a:t> — это устройства, предназначенные для переноса цифровой информации с компьютера на физический носитель, обычно на бумагу. Они используются для печати текстов, изображений, графиков и других данных.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F97CE7-7279-5E18-B728-5D33B014B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813" y="3089430"/>
            <a:ext cx="7530187" cy="313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6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958BD-1DEE-CD41-D3A5-CD6809EB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Основные типы принтеров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A96B75-A46A-53AB-2323-D7E6C33BA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4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379DC-5332-EBBA-2C5A-E2B56561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Струйные принтеры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9F341-B23F-40C6-AD31-9A3EC7258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3334305" cy="4351338"/>
          </a:xfrm>
        </p:spPr>
        <p:txBody>
          <a:bodyPr>
            <a:normAutofit/>
          </a:bodyPr>
          <a:lstStyle/>
          <a:p>
            <a:r>
              <a:rPr lang="ru-RU" dirty="0"/>
              <a:t>Работают с помощью распыления чернил на бумагу.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FEF9C5-FE9B-EA6F-0C45-EB946BCB2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5526" y="1825625"/>
            <a:ext cx="2538274" cy="4351338"/>
          </a:xfrm>
        </p:spPr>
        <p:txBody>
          <a:bodyPr>
            <a:normAutofit/>
          </a:bodyPr>
          <a:lstStyle/>
          <a:p>
            <a:r>
              <a:rPr lang="ru-RU" dirty="0"/>
              <a:t>Часто имеют отдельные картриджи для разных цветов.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453BF278-016F-5BFC-25E9-3F6A988ADE9E}"/>
              </a:ext>
            </a:extLst>
          </p:cNvPr>
          <p:cNvSpPr txBox="1">
            <a:spLocks/>
          </p:cNvSpPr>
          <p:nvPr/>
        </p:nvSpPr>
        <p:spPr>
          <a:xfrm>
            <a:off x="4891966" y="1825625"/>
            <a:ext cx="25382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Хороши для цветной печати и печати фотографий.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B2D01B-26A6-CE2A-34EB-BD039FC9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480" y="3854588"/>
            <a:ext cx="5096374" cy="292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67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5AD08-EE10-E274-9E61-2E5F38AC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38" y="452437"/>
            <a:ext cx="3866503" cy="1069975"/>
          </a:xfrm>
        </p:spPr>
        <p:txBody>
          <a:bodyPr>
            <a:normAutofit fontScale="90000"/>
          </a:bodyPr>
          <a:lstStyle/>
          <a:p>
            <a:r>
              <a:rPr lang="ru-RU" sz="4400" b="1" dirty="0"/>
              <a:t>Принцип</a:t>
            </a:r>
            <a:r>
              <a:rPr lang="ru-RU" sz="4400" dirty="0"/>
              <a:t> </a:t>
            </a:r>
            <a:r>
              <a:rPr lang="ru-RU" sz="4400" b="1" dirty="0"/>
              <a:t>работы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32D634-16EC-C2DA-ECC2-C10D01E58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Принцип работы струйного принтера основан на распылении жидких чернил на бумагу для формирования изображения или текста.</a:t>
            </a:r>
          </a:p>
        </p:txBody>
      </p:sp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9ACD8C0E-0DD6-4136-3D61-8C5DAFC84A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2068040"/>
            <a:ext cx="6172200" cy="3001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7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C4E7E-4E13-8BF6-527C-F53DD024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430D05-43DB-69ED-C619-56D8B2A29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42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DC8EE-30B9-0F44-4870-91F6A240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F516C-5529-D44F-061E-A37FCB8C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4FD609-EC19-0A4B-A717-2D9ACD42C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Компьютер отправляет данные на принтер, который обрабатывает информацию о том, что нужно напечатать, и преобразует её в сигнал для распечатывающей головки.</a:t>
            </a:r>
          </a:p>
        </p:txBody>
      </p:sp>
    </p:spTree>
    <p:extLst>
      <p:ext uri="{BB962C8B-B14F-4D97-AF65-F5344CB8AC3E}">
        <p14:creationId xmlns:p14="http://schemas.microsoft.com/office/powerpoint/2010/main" val="22347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DC8EE-30B9-0F44-4870-91F6A240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Работа печатающей головки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F516C-5529-D44F-061E-A37FCB8C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4FD609-EC19-0A4B-A717-2D9ACD42C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Струйные принтеры оснащены печатающей головкой, которая содержит множество маленьких сопел (форсунок). Каждый сопло отвечает за отдельный цвет (обычно черный, синий, пурпурный и желтый).</a:t>
            </a:r>
          </a:p>
        </p:txBody>
      </p:sp>
    </p:spTree>
    <p:extLst>
      <p:ext uri="{BB962C8B-B14F-4D97-AF65-F5344CB8AC3E}">
        <p14:creationId xmlns:p14="http://schemas.microsoft.com/office/powerpoint/2010/main" val="1244894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DC8EE-30B9-0F44-4870-91F6A240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Распыление чернил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F516C-5529-D44F-061E-A37FCB8C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4FD609-EC19-0A4B-A717-2D9ACD42C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1800" dirty="0"/>
              <a:t>Когда принтер начинает печать, сопла на печатающей головке распыляют крошечные капли чернил на бумагу. Это происходит по следующим принципам: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/>
              <a:t>Термальный метод</a:t>
            </a:r>
            <a:r>
              <a:rPr lang="ru-RU" sz="1800" dirty="0"/>
              <a:t>: В этом методе накапливается тепло, которое создает пузырьки, выталкивающие капли чернил через сопло.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/>
              <a:t>Пьезоэлектрический метод</a:t>
            </a:r>
            <a:r>
              <a:rPr lang="ru-RU" sz="1800" dirty="0"/>
              <a:t>: Использует пьезоэлектрические кристаллы, которые меняют форму при подаче электрического сигнала, создавая давление и выталкивая капли чернил.</a:t>
            </a:r>
          </a:p>
        </p:txBody>
      </p:sp>
    </p:spTree>
    <p:extLst>
      <p:ext uri="{BB962C8B-B14F-4D97-AF65-F5344CB8AC3E}">
        <p14:creationId xmlns:p14="http://schemas.microsoft.com/office/powerpoint/2010/main" val="126615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DC8EE-30B9-0F44-4870-91F6A240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Печать изображения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F516C-5529-D44F-061E-A37FCB8C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4FD609-EC19-0A4B-A717-2D9ACD42C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Печатающая головка движется по бумаге, распыляя капли чернил в нужных местах. Цвета смешиваются, создавая желаемые оттенки и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136644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DC8EE-30B9-0F44-4870-91F6A240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Сушка чернил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F516C-5529-D44F-061E-A37FCB8C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4FD609-EC19-0A4B-A717-2D9ACD42C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После распыления чернила быстро сохнут, что позволяет избежать размазывания и обеспечивать четкость печати.</a:t>
            </a:r>
          </a:p>
        </p:txBody>
      </p:sp>
    </p:spTree>
    <p:extLst>
      <p:ext uri="{BB962C8B-B14F-4D97-AF65-F5344CB8AC3E}">
        <p14:creationId xmlns:p14="http://schemas.microsoft.com/office/powerpoint/2010/main" val="26155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DC8EE-30B9-0F44-4870-91F6A240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Завершение процесса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F516C-5529-D44F-061E-A37FCB8C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4FD609-EC19-0A4B-A717-2D9ACD42C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Принтер завершает печать, и бумага выдвигается из устройства. Готовый документ можно извлечь.</a:t>
            </a:r>
          </a:p>
        </p:txBody>
      </p:sp>
    </p:spTree>
    <p:extLst>
      <p:ext uri="{BB962C8B-B14F-4D97-AF65-F5344CB8AC3E}">
        <p14:creationId xmlns:p14="http://schemas.microsoft.com/office/powerpoint/2010/main" val="658049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5280C1-8DF5-FDB5-0849-80CDF753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струйных принтеров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696178-58EC-6164-F67A-941C7C5D8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Термоструйные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5CEBB8-0B34-0243-6DB2-002F6F1BB2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Чернила выталкиваются на бумагу за счёт их нагрева и расширения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B90356-C730-5868-6750-1B7DC2E29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Пьезоэлектрические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C98490-9251-D8CC-E8A5-6498171E7E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Чернила выталкиваются при помощи передачи электрического импульса</a:t>
            </a: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49A61298-B12D-06B8-5F39-837711543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971" y="3919706"/>
            <a:ext cx="3795759" cy="271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76CA70CB-EA7C-FE60-B961-A1757A079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32" y="3821113"/>
            <a:ext cx="3955557" cy="281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181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1BC6C-8730-DD56-A334-F3298FF0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68D53B-D237-B38A-F011-D68612F16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Преимущества</a:t>
            </a:r>
            <a:r>
              <a:rPr lang="ru-RU" dirty="0"/>
              <a:t>: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28C46D-E6CC-41E5-0575-E944F2A088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Высокое качество цветной печати, возможность печати на различных материалах (фото-бумага, наклейки).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EF2AD-59B4-7E19-16F4-18D00865D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1" dirty="0"/>
              <a:t>Недостатки</a:t>
            </a:r>
            <a:r>
              <a:rPr lang="ru-RU" dirty="0"/>
              <a:t>: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361DA3-4AE0-B119-65B8-DC28315CAB1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Меньшая скорость печати по сравнению с лазерными принтерами, высокая стоимость чернил.</a:t>
            </a:r>
          </a:p>
        </p:txBody>
      </p:sp>
    </p:spTree>
    <p:extLst>
      <p:ext uri="{BB962C8B-B14F-4D97-AF65-F5344CB8AC3E}">
        <p14:creationId xmlns:p14="http://schemas.microsoft.com/office/powerpoint/2010/main" val="1744761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379DC-5332-EBBA-2C5A-E2B56561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Лазерные принтеры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9F341-B23F-40C6-AD31-9A3EC7258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3334305" cy="4351338"/>
          </a:xfrm>
        </p:spPr>
        <p:txBody>
          <a:bodyPr>
            <a:normAutofit/>
          </a:bodyPr>
          <a:lstStyle/>
          <a:p>
            <a:r>
              <a:rPr lang="ru-RU" dirty="0"/>
              <a:t>Используют лазер для создания изображения на барабане, который затем переносит тонер на бумагу.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FEF9C5-FE9B-EA6F-0C45-EB946BCB2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5526" y="1825625"/>
            <a:ext cx="3151202" cy="4351338"/>
          </a:xfrm>
        </p:spPr>
        <p:txBody>
          <a:bodyPr>
            <a:normAutofit/>
          </a:bodyPr>
          <a:lstStyle/>
          <a:p>
            <a:r>
              <a:rPr lang="ru-RU" dirty="0"/>
              <a:t>Обычно более экономичны для больших объемов печати.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453BF278-016F-5BFC-25E9-3F6A988ADE9E}"/>
              </a:ext>
            </a:extLst>
          </p:cNvPr>
          <p:cNvSpPr txBox="1">
            <a:spLocks/>
          </p:cNvSpPr>
          <p:nvPr/>
        </p:nvSpPr>
        <p:spPr>
          <a:xfrm>
            <a:off x="4998497" y="1825625"/>
            <a:ext cx="31512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Обеспечивают высокую скорость печати и четкость текста.</a:t>
            </a:r>
          </a:p>
        </p:txBody>
      </p:sp>
    </p:spTree>
    <p:extLst>
      <p:ext uri="{BB962C8B-B14F-4D97-AF65-F5344CB8AC3E}">
        <p14:creationId xmlns:p14="http://schemas.microsoft.com/office/powerpoint/2010/main" val="4261050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5AD08-EE10-E274-9E61-2E5F38AC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Принцип работы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32D634-16EC-C2DA-ECC2-C10D01E58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Принцип работы лазерных принтеров основан на технологии электрофотографии</a:t>
            </a:r>
          </a:p>
        </p:txBody>
      </p:sp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7031BEB3-78D5-0539-9A50-46D8B1BD09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2341866"/>
            <a:ext cx="6172200" cy="270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353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80CAA-030A-70B3-B74C-A53B5E3A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18C8CC-BAA8-0923-DD70-D25CAB3CF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220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CFC04-AB8C-2BE2-CF6A-5B18C6CC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D8B66D-CA05-81C5-EB81-EF1E41E28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Когда пользователь отправляет документ на печать, компьютер передает данные на принтер, который обрабатывает их и преобразует в изображение, готовое к печати.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A5F61E8-978D-C3E1-34F2-17B2618B1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132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B2EAD-B380-12D7-5FFA-27A1A150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Зарядка </a:t>
            </a:r>
            <a:r>
              <a:rPr lang="ru-RU" b="1" dirty="0" err="1"/>
              <a:t>фотобарабана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47809E-2521-6288-F3E2-A2A00BFDC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F78176-FE9E-3D8C-47DF-7B4B20393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Фотобарабан</a:t>
            </a:r>
            <a:r>
              <a:rPr lang="ru-RU" sz="2400" dirty="0"/>
              <a:t> (или фотопроводящий цилиндр) покрыт светочувствительным материалом. Сначала он заряжается электрическим зарядом с помощью коронирующего провода. Это создает равномерный статический заряд по всей поверхности барабана.</a:t>
            </a:r>
          </a:p>
        </p:txBody>
      </p:sp>
    </p:spTree>
    <p:extLst>
      <p:ext uri="{BB962C8B-B14F-4D97-AF65-F5344CB8AC3E}">
        <p14:creationId xmlns:p14="http://schemas.microsoft.com/office/powerpoint/2010/main" val="1021930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86CB1-113F-4BED-EFC1-9ECABB2E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Лазерное сканирование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FDABD8-DFB3-B0DE-9A81-02CDC906F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03AFB3-A440-5E29-D4AC-ABDE1523B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Лазерный луч направляется на </a:t>
            </a:r>
            <a:r>
              <a:rPr lang="ru-RU" sz="2400" dirty="0" err="1"/>
              <a:t>фотобарабан</a:t>
            </a:r>
            <a:r>
              <a:rPr lang="ru-RU" sz="2400" dirty="0"/>
              <a:t>, создавая негативное изображение. Когда лазерный луч касается заряженной поверхности, он разряжает области, на которые светит, формируя шаблон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3734573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542B3B-78F6-8693-CDE6-72CB7F49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Привлечение тонера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D0D54-C696-180E-A30E-3F94B0C5F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D81A25-CE07-083C-0ACF-038F1AE58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После лазерного сканирования </a:t>
            </a:r>
            <a:r>
              <a:rPr lang="ru-RU" sz="2400" dirty="0" err="1"/>
              <a:t>фотобарабан</a:t>
            </a:r>
            <a:r>
              <a:rPr lang="ru-RU" sz="2400" dirty="0"/>
              <a:t> проходит через контейнер с тонером, который состоит из мелких частиц. В результате разряженные участки барабана притягивают тонер, образуя изображение.</a:t>
            </a:r>
          </a:p>
        </p:txBody>
      </p:sp>
    </p:spTree>
    <p:extLst>
      <p:ext uri="{BB962C8B-B14F-4D97-AF65-F5344CB8AC3E}">
        <p14:creationId xmlns:p14="http://schemas.microsoft.com/office/powerpoint/2010/main" val="299154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9DD92-FBDF-F79D-7577-76AEC303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Перенос изображения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4BF138-A57E-0973-84F1-6CEF70979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1B4763-35B1-279E-729A-D1F5357A1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Фотобарабан</a:t>
            </a:r>
            <a:r>
              <a:rPr lang="ru-RU" sz="2400" dirty="0"/>
              <a:t> вращается и передает тонер на лист бумаги, который также получает положительный заряд. Это создает электростатическое притяжение между тонером и бумагой.</a:t>
            </a:r>
          </a:p>
        </p:txBody>
      </p:sp>
    </p:spTree>
    <p:extLst>
      <p:ext uri="{BB962C8B-B14F-4D97-AF65-F5344CB8AC3E}">
        <p14:creationId xmlns:p14="http://schemas.microsoft.com/office/powerpoint/2010/main" val="3137663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53B1E-0411-EBF9-8152-6EF5D35C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Запекание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1D301C-F09D-9966-23FF-E7234898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5B8EE9-051D-62B6-AE88-2F2AFCF78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После переноса тонера на бумагу лист проходит через запечатывающее устройство (печь), где тонер нагревается и плавится, прилипая к поверхности бумаги. Это делает изображение стойким и водонепроницаемым.</a:t>
            </a:r>
          </a:p>
        </p:txBody>
      </p:sp>
    </p:spTree>
    <p:extLst>
      <p:ext uri="{BB962C8B-B14F-4D97-AF65-F5344CB8AC3E}">
        <p14:creationId xmlns:p14="http://schemas.microsoft.com/office/powerpoint/2010/main" val="1637261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85256-3B04-D857-61E6-BE5A656AB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Завершение процесса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1CB436-1977-E09C-3C66-AE61BF960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BFD43F-C18A-4BFE-82B2-B32FC76A2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После печати бумага выходит из принтера, а </a:t>
            </a:r>
            <a:r>
              <a:rPr lang="ru-RU" sz="2400" dirty="0" err="1"/>
              <a:t>фотобарабан</a:t>
            </a:r>
            <a:r>
              <a:rPr lang="ru-RU" sz="2400" dirty="0"/>
              <a:t> очищается от остаточного тонера с помощью специального устройства, готовясь к следующему циклу печати.</a:t>
            </a:r>
          </a:p>
        </p:txBody>
      </p:sp>
    </p:spTree>
    <p:extLst>
      <p:ext uri="{BB962C8B-B14F-4D97-AF65-F5344CB8AC3E}">
        <p14:creationId xmlns:p14="http://schemas.microsoft.com/office/powerpoint/2010/main" val="2272037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37774-AB29-B28E-845F-E22EDB51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FC381D-C158-3C6F-AFCD-B45E058B7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Преимущества</a:t>
            </a:r>
            <a:r>
              <a:rPr lang="ru-RU" dirty="0"/>
              <a:t>: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7D8D2B-ABBA-2239-EDA7-8EFADF4238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Высокая скорость печати, четкость текста, низкая стоимость на страницу для больших объемов.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919E60B-973C-1621-67BB-11FDC7505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1" dirty="0"/>
              <a:t>Недостатки</a:t>
            </a:r>
            <a:r>
              <a:rPr lang="ru-RU" dirty="0"/>
              <a:t>: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C1F935-E09A-4F7B-7FD2-1490C3E7E9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Более высокая начальная стоимость и меньшая цветопередача по сравнению со струйными принтерами.</a:t>
            </a:r>
          </a:p>
        </p:txBody>
      </p:sp>
    </p:spTree>
    <p:extLst>
      <p:ext uri="{BB962C8B-B14F-4D97-AF65-F5344CB8AC3E}">
        <p14:creationId xmlns:p14="http://schemas.microsoft.com/office/powerpoint/2010/main" val="1486419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47182-D978-61C3-D64C-64A57ADD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Матричные принтеры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96BC4-B922-C1E6-C88C-BA68DA52C8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Работают путем удара иголок по ленте, создавая изображение на бумаге.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F84E5F-E51C-1F1E-A90B-578D55485F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Используются в основном для печати квитанций и других форм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227726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5AD08-EE10-E274-9E61-2E5F38AC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Принцип работы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32D634-16EC-C2DA-ECC2-C10D01E58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Принцип работы матричных принтеров основан на механизме, который использует матрицу игл для создания печати на бумаге.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CB0E1559-8323-F181-81DE-932ECC4D6C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413" y="2613428"/>
            <a:ext cx="6662808" cy="245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716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5C423-4DCF-A68C-F68F-5FB1A68F5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Формирование изображения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014B73-882E-7B09-4E19-2958E6559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47F0E7-C91D-8456-DEF9-09E815DA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Когда пользователь отправляет документ на печать, компьютер обрабатывает данные и формирует изображение, которое нужно напечатать. Это изображение разбивается на точки, которые будут воспроизведены на бумаге.</a:t>
            </a:r>
          </a:p>
        </p:txBody>
      </p:sp>
    </p:spTree>
    <p:extLst>
      <p:ext uri="{BB962C8B-B14F-4D97-AF65-F5344CB8AC3E}">
        <p14:creationId xmlns:p14="http://schemas.microsoft.com/office/powerpoint/2010/main" val="79567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71A07-6D23-1882-74D9-E5EC5806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Движение печатающей головки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2A4E1-FC9B-BF8F-CE4D-A2857291E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D3CCB-5EC1-ACCA-F7F4-3A08FEE28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Печатающая головка матричного принтера состоит из ряда маленьких игл (или стержней), которые могут перемещаться вверх и вниз. Эта головка перемещается по горизонтали, а бумага подается вертикально.</a:t>
            </a:r>
          </a:p>
        </p:txBody>
      </p:sp>
    </p:spTree>
    <p:extLst>
      <p:ext uri="{BB962C8B-B14F-4D97-AF65-F5344CB8AC3E}">
        <p14:creationId xmlns:p14="http://schemas.microsoft.com/office/powerpoint/2010/main" val="3821989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99973-19D9-CA34-7F6F-844D1222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Удар игл по ленте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9D297-25DA-3620-4E3D-7F67DA31F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923F5F-BFFB-9447-6D38-8012FCCDE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Когда печатающая головка находится на нужной позиции, иглы ударяют по чернильной ленте, которая находится между иглами и бумагой. Это создает точечный удар, который передает чернила на бумагу, оставляя на ней отметку.</a:t>
            </a:r>
          </a:p>
        </p:txBody>
      </p:sp>
    </p:spTree>
    <p:extLst>
      <p:ext uri="{BB962C8B-B14F-4D97-AF65-F5344CB8AC3E}">
        <p14:creationId xmlns:p14="http://schemas.microsoft.com/office/powerpoint/2010/main" val="206671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355D6-1D7D-D37D-8532-7B82BBE4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Печать изображения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512CE0-899E-0766-09B4-F65094424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C0231A-E379-F0AD-98D7-C0E19C244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Сначала печатается одна строка, затем печатающая головка перемещается на следующую строку, и процесс повторяется. Таким образом, строка за строкой формируется изображение или текст.</a:t>
            </a:r>
          </a:p>
        </p:txBody>
      </p:sp>
    </p:spTree>
    <p:extLst>
      <p:ext uri="{BB962C8B-B14F-4D97-AF65-F5344CB8AC3E}">
        <p14:creationId xmlns:p14="http://schemas.microsoft.com/office/powerpoint/2010/main" val="12862247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FA517-E234-D846-8F5B-9B84BD65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Завершение печати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BE4B15-6F0C-97FB-CC11-C9FC48964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57B3AD-7BB1-4131-7584-AE8B7B197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Когда все строки напечатаны, бумага выдвигается из принтера, и готовый документ можно извлечь.</a:t>
            </a:r>
          </a:p>
        </p:txBody>
      </p:sp>
    </p:spTree>
    <p:extLst>
      <p:ext uri="{BB962C8B-B14F-4D97-AF65-F5344CB8AC3E}">
        <p14:creationId xmlns:p14="http://schemas.microsoft.com/office/powerpoint/2010/main" val="1719095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379DC-5332-EBBA-2C5A-E2B56561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матричных принтеров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9F341-B23F-40C6-AD31-9A3EC7258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3334305" cy="4351338"/>
          </a:xfrm>
        </p:spPr>
        <p:txBody>
          <a:bodyPr>
            <a:normAutofit/>
          </a:bodyPr>
          <a:lstStyle/>
          <a:p>
            <a:r>
              <a:rPr lang="ru-RU" dirty="0"/>
              <a:t>9-игольчатые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FEF9C5-FE9B-EA6F-0C45-EB946BCB2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5526" y="1825625"/>
            <a:ext cx="3151202" cy="4351338"/>
          </a:xfrm>
        </p:spPr>
        <p:txBody>
          <a:bodyPr>
            <a:normAutofit/>
          </a:bodyPr>
          <a:lstStyle/>
          <a:p>
            <a:r>
              <a:rPr lang="ru-RU" dirty="0"/>
              <a:t>24-игольчатые(два ряда по 12 игл)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453BF278-016F-5BFC-25E9-3F6A988ADE9E}"/>
              </a:ext>
            </a:extLst>
          </p:cNvPr>
          <p:cNvSpPr txBox="1">
            <a:spLocks/>
          </p:cNvSpPr>
          <p:nvPr/>
        </p:nvSpPr>
        <p:spPr>
          <a:xfrm>
            <a:off x="4998497" y="1825625"/>
            <a:ext cx="31512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9х2(два ряда по 9 игл)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77F21-1F5B-B5DB-2A3E-FA3254414ED4}"/>
              </a:ext>
            </a:extLst>
          </p:cNvPr>
          <p:cNvSpPr txBox="1"/>
          <p:nvPr/>
        </p:nvSpPr>
        <p:spPr>
          <a:xfrm>
            <a:off x="996519" y="4924433"/>
            <a:ext cx="6789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В основном это влияет только на скорость печати, а не на качество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2076575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523B6-DAA4-3F5D-F601-D4797529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22E4E1-3E3E-0DF6-C841-50FE4957D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Преимущества</a:t>
            </a:r>
            <a:r>
              <a:rPr lang="ru-RU" dirty="0"/>
              <a:t>: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8B7611-4BF9-BFCE-7B29-A3F25CE67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1" dirty="0"/>
              <a:t>Недостатки</a:t>
            </a:r>
            <a:r>
              <a:rPr lang="ru-RU" dirty="0"/>
              <a:t>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9B6477A-7943-6069-78E5-9584D63B8E0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9788" y="2497769"/>
            <a:ext cx="42648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Низкая стоимость печати.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Возможность печати на многослойных документах (например, бланках).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Высокая надежность и долговечность.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657B437-DD4D-56E3-24BE-A5734308EB12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2643574"/>
            <a:ext cx="386809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Низкое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качество печати по сравнению с лазерными и струйными принтерами.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Ограниченные возможности цветной печати.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Шумность во время работы. </a:t>
            </a:r>
          </a:p>
        </p:txBody>
      </p:sp>
    </p:spTree>
    <p:extLst>
      <p:ext uri="{BB962C8B-B14F-4D97-AF65-F5344CB8AC3E}">
        <p14:creationId xmlns:p14="http://schemas.microsoft.com/office/powerpoint/2010/main" val="13521647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902</Words>
  <Application>Microsoft Office PowerPoint</Application>
  <PresentationFormat>Широкоэкранный</PresentationFormat>
  <Paragraphs>92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Тема Office</vt:lpstr>
      <vt:lpstr>Принтеры</vt:lpstr>
      <vt:lpstr>Презентация PowerPoint</vt:lpstr>
      <vt:lpstr>Основные типы принтеров</vt:lpstr>
      <vt:lpstr>Струйные принтеры:</vt:lpstr>
      <vt:lpstr>Принцип работы</vt:lpstr>
      <vt:lpstr>Этапы работы</vt:lpstr>
      <vt:lpstr>Подготовка данных</vt:lpstr>
      <vt:lpstr>Работа печатающей головки</vt:lpstr>
      <vt:lpstr>Распыление чернил</vt:lpstr>
      <vt:lpstr>Печать изображения</vt:lpstr>
      <vt:lpstr>Сушка чернил</vt:lpstr>
      <vt:lpstr>Завершение процесса</vt:lpstr>
      <vt:lpstr>Виды струйных принтеров</vt:lpstr>
      <vt:lpstr>Преимущества и недостатки:</vt:lpstr>
      <vt:lpstr>Лазерные принтеры:</vt:lpstr>
      <vt:lpstr>Принцип работы</vt:lpstr>
      <vt:lpstr>Этапы работы</vt:lpstr>
      <vt:lpstr>Подготовка данных</vt:lpstr>
      <vt:lpstr>Зарядка фотобарабана</vt:lpstr>
      <vt:lpstr>Лазерное сканирование</vt:lpstr>
      <vt:lpstr>Привлечение тонера</vt:lpstr>
      <vt:lpstr>Перенос изображения</vt:lpstr>
      <vt:lpstr>Запекание</vt:lpstr>
      <vt:lpstr>Завершение процесса</vt:lpstr>
      <vt:lpstr>Преимущества и недостатки:</vt:lpstr>
      <vt:lpstr>Матричные принтеры:</vt:lpstr>
      <vt:lpstr>Принцип работы</vt:lpstr>
      <vt:lpstr>Формирование изображения</vt:lpstr>
      <vt:lpstr>Движение печатающей головки</vt:lpstr>
      <vt:lpstr>Удар игл по ленте</vt:lpstr>
      <vt:lpstr>Печать изображения</vt:lpstr>
      <vt:lpstr>Завершение печати</vt:lpstr>
      <vt:lpstr>Типы матричных принтеров:</vt:lpstr>
      <vt:lpstr>Преимущества и недостатки: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Принтеры</dc:title>
  <dc:creator>student</dc:creator>
  <cp:lastModifiedBy>Artyom Voronin</cp:lastModifiedBy>
  <cp:revision>4</cp:revision>
  <dcterms:created xsi:type="dcterms:W3CDTF">2024-10-23T03:56:10Z</dcterms:created>
  <dcterms:modified xsi:type="dcterms:W3CDTF">2024-10-29T11:56:35Z</dcterms:modified>
</cp:coreProperties>
</file>