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8" r:id="rId7"/>
    <p:sldId id="266" r:id="rId8"/>
    <p:sldId id="267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1BF99-EA78-4A4B-962B-DA57D9B376D2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9E05D-40A6-41D0-A065-BD8854413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58C25A2-7577-4C9C-9470-CD974BA426E0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2ADB-F3F8-4833-9E90-2820D1272960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ADCA6-3ED3-4F2A-A29E-8654D78B3C54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236D-F05F-4354-8E88-0D8CD2B34BBB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3792-9AD9-45BF-A42A-5AD5AF1403C5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60AE7-DE4D-4C25-8729-5844D5BC0F5F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3646-8FA2-4B9F-B48A-FD9330611BF6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F863-34CF-472F-AA5E-20FCF6CA276D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3F8EB-E213-4A97-A3D0-0734D77B0B82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BDBC3-2900-44BF-BE23-6051DBC1765D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017-673A-4DCA-A957-1DC931447FEE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A933-4B7B-4FA5-A416-D1A324208BA8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454F-0003-40B3-9ADF-BEA6FC3B505C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AACC-CAFF-4794-B7EB-972AA7493223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1E2A7-E23E-4F1D-AB07-82B8C3AD6656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32B1DB2-C516-4C18-A2EB-5FDA8D86F2FF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7C2E7F3-A2E1-4AB0-AD0A-289F5F2B73A9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708C0D0-1346-41F2-B5C4-CF4AE3D47CB5}" type="datetime1">
              <a:rPr lang="en-US" smtClean="0"/>
              <a:t>10/15/2024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22509-135C-A07D-44A8-849C17377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5467" y="0"/>
            <a:ext cx="5602461" cy="2677648"/>
          </a:xfrm>
        </p:spPr>
        <p:txBody>
          <a:bodyPr/>
          <a:lstStyle/>
          <a:p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5E79E6-63AE-6BE2-8D0D-4F60FE5C3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Власов Дмитрий</a:t>
            </a:r>
            <a:br>
              <a:rPr lang="ru-RU" dirty="0"/>
            </a:br>
            <a:r>
              <a:rPr lang="ru-RU" dirty="0"/>
              <a:t>	Группа: ПИНб-21</a:t>
            </a:r>
          </a:p>
        </p:txBody>
      </p:sp>
    </p:spTree>
    <p:extLst>
      <p:ext uri="{BB962C8B-B14F-4D97-AF65-F5344CB8AC3E}">
        <p14:creationId xmlns:p14="http://schemas.microsoft.com/office/powerpoint/2010/main" val="338715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EA185795-139E-6128-8022-369B894D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529" y="1143000"/>
            <a:ext cx="4848602" cy="4572000"/>
          </a:xfrm>
        </p:spPr>
        <p:txBody>
          <a:bodyPr>
            <a:normAutofit lnSpcReduction="10000"/>
          </a:bodyPr>
          <a:lstStyle/>
          <a:p>
            <a:r>
              <a:rPr lang="ru-RU" sz="2800" b="1" i="0" dirty="0">
                <a:solidFill>
                  <a:srgbClr val="FFFFFF"/>
                </a:solidFill>
                <a:effectLst/>
                <a:latin typeface="Yandex Sans Text"/>
              </a:rPr>
              <a:t>ARM-процессоры</a:t>
            </a:r>
            <a:r>
              <a:rPr lang="ru-RU" sz="2800" b="0" i="0" dirty="0">
                <a:solidFill>
                  <a:srgbClr val="FFFFFF"/>
                </a:solidFill>
                <a:effectLst/>
                <a:latin typeface="Yandex Sans Text"/>
              </a:rPr>
              <a:t> — это семейство микропроцессоров, разработанных компанией Advanced RISC </a:t>
            </a:r>
            <a:r>
              <a:rPr lang="ru-RU" sz="2800" b="0" i="0" dirty="0" err="1">
                <a:solidFill>
                  <a:srgbClr val="FFFFFF"/>
                </a:solidFill>
                <a:effectLst/>
                <a:latin typeface="Yandex Sans Text"/>
              </a:rPr>
              <a:t>Machines</a:t>
            </a:r>
            <a:r>
              <a:rPr lang="ru-RU" sz="2800" b="0" i="0" dirty="0">
                <a:solidFill>
                  <a:srgbClr val="FFFFFF"/>
                </a:solidFill>
                <a:effectLst/>
                <a:latin typeface="Yandex Sans Text"/>
              </a:rPr>
              <a:t> (ARM). Они широко используются в различных устройствах, таких как смартфоны, планшеты, умные часы, медиаплееры, умные дома и многие другие.</a:t>
            </a:r>
            <a:endParaRPr lang="ru-RU" sz="2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8356F8-64CA-14D3-031C-CDC4D5CB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D20B8E48-56F7-EA3C-7D9C-17A747FFBB93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"/>
          <a:stretch/>
        </p:blipFill>
        <p:spPr bwMode="auto">
          <a:xfrm>
            <a:off x="6096000" y="1252728"/>
            <a:ext cx="5300663" cy="530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98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02A28-5A72-A408-6506-4291A705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397222" cy="706964"/>
          </a:xfrm>
        </p:spPr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Основные характеристики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процессоров: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177AF-C662-B151-0DFD-24F1D7F16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RISC (Reduced Instruction Set Computer)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C89FF0-1796-95BB-EAD3-9026CCBFB1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процессоры используют набор простых и быстрых инструкций, что позволяет им эффективно выполнять задачи.</a:t>
            </a:r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A5320F-05C8-2311-52CF-C72765409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Низкое энергопотребление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08BD5-A54F-32D5-ADA5-1BC4D71AEE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ARM-процессоры потребляют меньше энергии по сравнению с процессорами других архитектур, что делает их идеальными для мобильных устройств.</a:t>
            </a:r>
            <a:endParaRPr lang="ru-RU" sz="28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FB0A97-A6B3-7C4B-C9A1-CB9C8470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6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B4E28-4973-C0B3-CEA5-3103CD1E0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506950" cy="706964"/>
          </a:xfrm>
        </p:spPr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Основные характеристики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процессоров: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D40ACF-C5BD-A140-717B-E3CE21768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Совместимость и открытость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FE2DF4-BF49-04D7-7E46-21D07B926D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ARM является открытой и совместимой, что позволяет разработчикам создавать приложения и операционные системы для широкого спектра устройств.</a:t>
            </a:r>
          </a:p>
          <a:p>
            <a:endParaRPr lang="ru-RU" sz="2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2F9E12-2984-E784-FF94-F6534E08E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Поддержка </a:t>
            </a:r>
            <a:r>
              <a:rPr lang="ru-RU" dirty="0" err="1"/>
              <a:t>многоядерности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9F7392-0A58-DE51-CC02-003607836D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современные ARM-процессоры поддерживают многоядерную архитектуру, что позволяет увеличить производительность и эффективность устройств.</a:t>
            </a:r>
            <a:endParaRPr lang="ru-RU" sz="28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A402B3-1EFC-4371-0694-7677D7D8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5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ACE68-0880-97A5-C7D2-75312F9B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799558" cy="706964"/>
          </a:xfrm>
        </p:spPr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Основные характеристики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процессоров: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51632E-DD13-5CE6-492A-5E3E29A0C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Различные версии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872638-6C61-B89E-F4AB-7051D773E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6004798" cy="2840039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существуют разные версии ARM-процессоров, которые отличаются производительностью, энергопотреблением и другими характеристиками.</a:t>
            </a:r>
          </a:p>
          <a:p>
            <a:endParaRPr lang="ru-RU" sz="28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4495B7-D417-B440-2DAA-19FD3E8E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85E5C4-A8EF-688A-C773-AFC87605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185" y="2460435"/>
            <a:ext cx="5103887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9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5F17D8-3B55-D902-864A-4DA87262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9" y="0"/>
            <a:ext cx="10147928" cy="6858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9759CF4-5D7A-A694-6786-5A0D97F7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72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EF0E5-8556-118E-0036-C45AC36A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4969926"/>
            <a:ext cx="9388078" cy="88223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FFFF"/>
                </a:solidFill>
                <a:latin typeface="Yandex Sans Text"/>
              </a:rPr>
              <a:t>Примеры </a:t>
            </a:r>
            <a:r>
              <a:rPr lang="en-US" sz="3600" b="1" dirty="0">
                <a:solidFill>
                  <a:srgbClr val="FFFFFF"/>
                </a:solidFill>
                <a:latin typeface="Yandex Sans Text"/>
              </a:rPr>
              <a:t>ARM </a:t>
            </a:r>
            <a:r>
              <a:rPr lang="ru-RU" sz="3600" b="1" dirty="0">
                <a:solidFill>
                  <a:srgbClr val="FFFFFF"/>
                </a:solidFill>
                <a:latin typeface="Yandex Sans Text"/>
              </a:rPr>
              <a:t>процессоров</a:t>
            </a: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3FD3B2-2E7A-6F6C-C413-CD128AA3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99" y="1186964"/>
            <a:ext cx="5861539" cy="3131562"/>
          </a:xfrm>
          <a:prstGeom prst="rect">
            <a:avLst/>
          </a:prstGeom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C9538B33-E926-5849-BF12-3F102EC7BEC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9" r="7279"/>
          <a:stretch>
            <a:fillRect/>
          </a:stretch>
        </p:blipFill>
        <p:spPr bwMode="auto">
          <a:xfrm>
            <a:off x="317500" y="238125"/>
            <a:ext cx="520858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1A7978-6FC3-4EF2-2A4F-088404CB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78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51306-40C7-5403-003B-534C78494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261" y="709934"/>
            <a:ext cx="8761413" cy="706964"/>
          </a:xfrm>
        </p:spPr>
        <p:txBody>
          <a:bodyPr/>
          <a:lstStyle/>
          <a:p>
            <a:r>
              <a:rPr lang="ru-RU" b="1" dirty="0">
                <a:solidFill>
                  <a:srgbClr val="FFFFFF"/>
                </a:solidFill>
                <a:latin typeface="Yandex Sans Text"/>
              </a:rPr>
              <a:t>Структура</a:t>
            </a:r>
            <a:r>
              <a:rPr lang="ru-RU" sz="3600" b="1" dirty="0">
                <a:solidFill>
                  <a:srgbClr val="FFFFFF"/>
                </a:solidFill>
                <a:latin typeface="Yandex Sans Text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Yandex Sans Text"/>
              </a:rPr>
              <a:t>ARM </a:t>
            </a:r>
            <a:r>
              <a:rPr lang="ru-RU" sz="3600" b="1" dirty="0">
                <a:solidFill>
                  <a:srgbClr val="FFFFFF"/>
                </a:solidFill>
                <a:latin typeface="Yandex Sans Text"/>
              </a:rPr>
              <a:t>процессоров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82A1D3-B71F-2DF8-DEBB-ECB382FE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1274"/>
          <a:stretch/>
        </p:blipFill>
        <p:spPr>
          <a:xfrm>
            <a:off x="765048" y="1609344"/>
            <a:ext cx="10661904" cy="5093208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9DBF86-7CED-03B5-129F-41FE5A70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015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0FB3D-11E4-97B2-BC37-4CE3CDE7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70" y="0"/>
            <a:ext cx="3865134" cy="1735667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Применение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процессоров: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9B2C0C-17DF-8D80-6025-8E8EC8008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1735667"/>
            <a:ext cx="4489177" cy="3979333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FFFFFF"/>
                </a:solidFill>
                <a:effectLst/>
                <a:latin typeface="Yandex Sans Text"/>
              </a:rPr>
              <a:t>ARM-процессоры используются в различных устройствах благодаря своей энергоэффективности и совместимости. Они позволяют создавать мобильные устройства с длительным временем работы от батареи, а также обеспечивают быструю и эффективную обработку данных.</a:t>
            </a:r>
            <a:endParaRPr lang="ru-RU" sz="24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2D6C22DD-2E30-8951-305C-9ECAE338413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92444" y="1207008"/>
            <a:ext cx="5315186" cy="541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022265-46A8-CB85-C9F1-F86D4A54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CFC73-0832-4FA7-86C6-44439CF9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Примеры устройств, использующих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процессоры: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17DAA5-C35F-F3B6-53A5-4A130B1A8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Смартфоны и планшеты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91CA2C-55F2-ED5F-6286-D642CA919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Умные часы и фитнес-трекеры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BA3B6E5-09A9-E763-5224-D47C415034A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7" y="3179763"/>
            <a:ext cx="5299502" cy="338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C2688596-65E7-AC19-DCFD-7804E4A63DA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82" y="3179762"/>
            <a:ext cx="4825157" cy="348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159A25-014C-6FE1-AEC2-BC0F4917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4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4BA4B-6AB0-935A-A1D5-D53057A7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Примеры устройств, использующих </a:t>
            </a:r>
            <a:r>
              <a:rPr lang="en-US" b="1" i="0" dirty="0">
                <a:solidFill>
                  <a:srgbClr val="FFFFFF"/>
                </a:solidFill>
                <a:effectLst/>
                <a:latin typeface="Yandex Sans Text"/>
              </a:rPr>
              <a:t>ARM-</a:t>
            </a:r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процессоры: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F350D7-C0DE-5DD6-3CFE-443DBA1BF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Медиаплееры и умные дома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EE2F1D-6F22-4BC7-54B3-05A3AFE03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Серверы и облачные вычисления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737A10F-C4DC-DBEC-BDE2-A4B9B8A52C3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712" y="3244610"/>
            <a:ext cx="5815647" cy="326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E24C97AC-C87B-3668-004F-2F05835D031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76" y="3183716"/>
            <a:ext cx="5698238" cy="334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6EF34E-62AB-5F8D-F22E-F42180D0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5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3E8E8-E22D-16A5-FD07-5D85CF19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FFFFFF"/>
                </a:solidFill>
                <a:effectLst/>
                <a:latin typeface="Yandex Sans Text"/>
              </a:rPr>
              <a:t>Преимущества использования ARM-процессоров в устройствах: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27D75D-068E-8C3A-D322-A9534561363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23545" y="2603502"/>
            <a:ext cx="3373288" cy="3423556"/>
          </a:xfrm>
        </p:spPr>
        <p:txBody>
          <a:bodyPr>
            <a:normAutofit/>
          </a:bodyPr>
          <a:lstStyle/>
          <a:p>
            <a:r>
              <a:rPr lang="ru-RU" sz="2400" dirty="0"/>
              <a:t>Низкое энергопотребление позволяет устройствам работать дольше от батареи.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23AB70B-97C6-92FE-FD9E-C47885865CAC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2603501"/>
            <a:ext cx="3147009" cy="3423555"/>
          </a:xfrm>
        </p:spPr>
        <p:txBody>
          <a:bodyPr>
            <a:normAutofit/>
          </a:bodyPr>
          <a:lstStyle/>
          <a:p>
            <a:r>
              <a:rPr lang="ru-RU" sz="2400" dirty="0"/>
              <a:t>Совместимость с различными операционными системами и приложениями.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A944EC8-D59A-AC1F-E5DC-15C13058340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8329" y="2603500"/>
            <a:ext cx="3145536" cy="3423556"/>
          </a:xfrm>
        </p:spPr>
        <p:txBody>
          <a:bodyPr>
            <a:normAutofit/>
          </a:bodyPr>
          <a:lstStyle/>
          <a:p>
            <a:r>
              <a:rPr lang="ru-RU" sz="2400" dirty="0"/>
              <a:t>Возможность создания компактных и легких устройств.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087B59-ACA9-B759-01F7-3FB0F8CC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4872C-9F3A-9D3A-E846-69E092D7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334863"/>
            <a:ext cx="8825660" cy="1822514"/>
          </a:xfrm>
        </p:spPr>
        <p:txBody>
          <a:bodyPr/>
          <a:lstStyle/>
          <a:p>
            <a:r>
              <a:rPr lang="ru-RU" sz="3100" b="0" i="0" dirty="0">
                <a:solidFill>
                  <a:srgbClr val="FFFFFF"/>
                </a:solidFill>
                <a:effectLst/>
                <a:latin typeface="Yandex Sans Text"/>
              </a:rPr>
              <a:t>В целом, ARM-процессоры являются популярным выбором для мобильных устройств благодаря их энергоэффективности, совместимости и возможности создания компактных устройств. Они продолжают развиваться и улучшаться, обеспечивая более высокую производительность и эффективность для широкого спектра устройств.</a:t>
            </a:r>
            <a:endParaRPr lang="ru-RU" sz="31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B7AEC3-912A-E223-E635-93548451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3820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57</TotalTime>
  <Words>314</Words>
  <Application>Microsoft Office PowerPoint</Application>
  <PresentationFormat>Широкоэкранный</PresentationFormat>
  <Paragraphs>43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Yandex Sans Text</vt:lpstr>
      <vt:lpstr>Совет директоров</vt:lpstr>
      <vt:lpstr>ARM-процессоры</vt:lpstr>
      <vt:lpstr>Презентация PowerPoint</vt:lpstr>
      <vt:lpstr>Основные характеристики ARM-процессоров:</vt:lpstr>
      <vt:lpstr>Основные характеристики ARM-процессоров:</vt:lpstr>
      <vt:lpstr>Основные характеристики ARM-процессоров:</vt:lpstr>
      <vt:lpstr>Презентация PowerPoint</vt:lpstr>
      <vt:lpstr>Примеры ARM процессоров</vt:lpstr>
      <vt:lpstr>Структура ARM процессоров</vt:lpstr>
      <vt:lpstr>Применение ARM-процессоров:</vt:lpstr>
      <vt:lpstr>Примеры устройств, использующих ARM-процессоры:</vt:lpstr>
      <vt:lpstr>Примеры устройств, использующих ARM-процессоры:</vt:lpstr>
      <vt:lpstr>Преимущества использования ARM-процессоров в устройствах:</vt:lpstr>
      <vt:lpstr>В целом, ARM-процессоры являются популярным выбором для мобильных устройств благодаря их энергоэффективности, совместимости и возможности создания компактных устройств. Они продолжают развиваться и улучшаться, обеспечивая более высокую производительность и эффективность для широкого спектра устройств.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1</cp:revision>
  <dcterms:created xsi:type="dcterms:W3CDTF">2024-10-15T06:50:26Z</dcterms:created>
  <dcterms:modified xsi:type="dcterms:W3CDTF">2024-10-15T07:47:32Z</dcterms:modified>
</cp:coreProperties>
</file>