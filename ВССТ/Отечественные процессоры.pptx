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99725-3316-C1AD-ED27-343BB6853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9341" y="950975"/>
            <a:ext cx="5593317" cy="1887877"/>
          </a:xfrm>
        </p:spPr>
        <p:txBody>
          <a:bodyPr/>
          <a:lstStyle/>
          <a:p>
            <a:r>
              <a:rPr lang="ru-RU" dirty="0"/>
              <a:t>Отечественные процессоры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44E9AE-8F06-F902-7C16-0ECD10ADA6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 Власов Дмитрий</a:t>
            </a:r>
          </a:p>
          <a:p>
            <a:r>
              <a:rPr lang="ru-RU" dirty="0"/>
              <a:t>	Группа: ПИНб-21</a:t>
            </a:r>
          </a:p>
        </p:txBody>
      </p:sp>
    </p:spTree>
    <p:extLst>
      <p:ext uri="{BB962C8B-B14F-4D97-AF65-F5344CB8AC3E}">
        <p14:creationId xmlns:p14="http://schemas.microsoft.com/office/powerpoint/2010/main" val="24871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22D15-DCD2-2DBA-9073-33326C89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70" y="0"/>
            <a:ext cx="3865134" cy="1735667"/>
          </a:xfrm>
        </p:spPr>
        <p:txBody>
          <a:bodyPr>
            <a:normAutofit/>
          </a:bodyPr>
          <a:lstStyle/>
          <a:p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Ранние годы</a:t>
            </a:r>
            <a:endParaRPr lang="ru-RU" sz="6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4AFEA6-06A5-E5A0-58BC-24FC11444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2286000"/>
            <a:ext cx="4489177" cy="3429000"/>
          </a:xfrm>
        </p:spPr>
        <p:txBody>
          <a:bodyPr>
            <a:normAutofit fontScale="92500" lnSpcReduction="20000"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СССР развитие процессоров началось в 1940-х годах, когда страна активно работала над созданием собственной вычислительной техники. Первые процессоры были простыми и маломощными, но они заложили основу для будущих разработок.</a:t>
            </a:r>
          </a:p>
          <a:p>
            <a:endParaRPr lang="ru-RU" sz="2000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6A4BF82B-CC0F-2471-B9B2-B2A5F1D33A8B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" t="12326" r="550"/>
          <a:stretch/>
        </p:blipFill>
        <p:spPr bwMode="auto">
          <a:xfrm>
            <a:off x="6096000" y="1517903"/>
            <a:ext cx="5882640" cy="468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85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423A7-1CB6-AE12-C1B1-AADC0C39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70" y="0"/>
            <a:ext cx="3865134" cy="1735667"/>
          </a:xfrm>
        </p:spPr>
        <p:txBody>
          <a:bodyPr>
            <a:normAutofit/>
          </a:bodyPr>
          <a:lstStyle/>
          <a:p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Эпоха БЭСМ</a:t>
            </a:r>
            <a:endParaRPr lang="ru-RU" sz="6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C1982A-3C1D-BE60-3AD6-0ADBF9038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2167128"/>
            <a:ext cx="4489177" cy="3547872"/>
          </a:xfrm>
        </p:spPr>
        <p:txBody>
          <a:bodyPr>
            <a:normAutofit fontScale="92500" lnSpcReduction="20000"/>
          </a:bodyPr>
          <a:lstStyle/>
          <a:p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1950-х годах в СССР началось активное развитие вычислительной техники. Одним из самых значимых событий этого периода стало создание большой электронной счётной машины (БЭСМ). БЭСМ-1, выпущенная в 1950 году, стала первым советским серийным компьютером. Она имела процессор с тактовой частотой 5 кГц и могла выполнять до 8 тысяч операций в секунду.</a:t>
            </a:r>
          </a:p>
          <a:p>
            <a:endParaRPr lang="ru-RU" sz="1800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777687FD-B131-DE1D-E592-3D3326B674CB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7" r="11483"/>
          <a:stretch/>
        </p:blipFill>
        <p:spPr bwMode="auto">
          <a:xfrm>
            <a:off x="6548438" y="1289050"/>
            <a:ext cx="5159375" cy="540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6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DD5D4220-28C7-49FF-F104-5BB101C03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1965960"/>
            <a:ext cx="4489177" cy="3749040"/>
          </a:xfrm>
        </p:spPr>
        <p:txBody>
          <a:bodyPr>
            <a:normAutofit lnSpcReduction="10000"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1960-х годах появились более мощные процессоры. БЭСМ-6, выпущенная в 1967 году, имела тактовую частоту 10 кГц и могла выполнять до миллиона операций в секунду. Это был один из самых мощных процессоров того времени.</a:t>
            </a:r>
          </a:p>
          <a:p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C25E3D-A7A5-D76E-DF50-0324B0585F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54" r="-14"/>
          <a:stretch/>
        </p:blipFill>
        <p:spPr>
          <a:xfrm>
            <a:off x="6475413" y="1262063"/>
            <a:ext cx="50101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3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8B2F6F-D9F9-1929-D533-55B8DA91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70" y="0"/>
            <a:ext cx="3865134" cy="1735667"/>
          </a:xfrm>
        </p:spPr>
        <p:txBody>
          <a:bodyPr>
            <a:normAutofit/>
          </a:bodyPr>
          <a:lstStyle/>
          <a:p>
            <a:r>
              <a:rPr lang="ru-RU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Эпоха «</a:t>
            </a:r>
            <a:r>
              <a:rPr lang="ru-RU" sz="3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Эльбрусов</a:t>
            </a:r>
            <a:r>
              <a:rPr lang="ru-RU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5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26526B-0B33-6D2E-DB5A-7CE949340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2103120"/>
            <a:ext cx="4489177" cy="3611880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1970-х годах в СССР началась разработка собственных процессоров, которые получили название «Эльбрус». Первый процессор «Эльбрус-1» был выпущен в 1979 году. Он имел тактовую частоту 1 МГц и мог выполнять до 50 тысяч операций в секунду.</a:t>
            </a:r>
            <a:endParaRPr lang="ru-RU" sz="2000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A8A98D74-DB5C-04E9-E812-CBA492C4B758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3" r="15877"/>
          <a:stretch/>
        </p:blipFill>
        <p:spPr bwMode="auto">
          <a:xfrm>
            <a:off x="6748272" y="1463040"/>
            <a:ext cx="448917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66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3D425-3498-53F1-D57D-8EEAA561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70" y="0"/>
            <a:ext cx="3865134" cy="1735667"/>
          </a:xfrm>
        </p:spPr>
        <p:txBody>
          <a:bodyPr>
            <a:normAutofit/>
          </a:bodyPr>
          <a:lstStyle/>
          <a:p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Современные процессоры</a:t>
            </a:r>
            <a:endParaRPr lang="ru-RU" sz="4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04900C-495F-18B4-690A-D2F13E819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2066544"/>
            <a:ext cx="4489177" cy="3648456"/>
          </a:xfrm>
        </p:spPr>
        <p:txBody>
          <a:bodyPr>
            <a:normAutofit/>
          </a:bodyPr>
          <a:lstStyle/>
          <a:p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современной России развитие процессоров продолжается. Одним из самых известных процессоров является «Эльбрус-8С», который был выпущен в 2015 году. Он имеет тактовую частоту 800 МГц и может выполнять до 512 миллиардов операций в секунду.</a:t>
            </a:r>
          </a:p>
          <a:p>
            <a:endParaRPr lang="ru-RU" sz="18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DBBD8EC-AA79-2320-0033-5589BCAD1561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3"/>
          <a:stretch/>
        </p:blipFill>
        <p:spPr bwMode="auto">
          <a:xfrm>
            <a:off x="6547872" y="1216151"/>
            <a:ext cx="4900418" cy="5303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918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16B99-E684-017F-7AFA-CD57BE41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История развития отечественных процессоров показывает, что страна всегда стремилась к созданию собственной вычислительной техники. Сегодня Россия продолжает развивать собственные процессоры, чтобы обеспечить независимость от зарубежных производителей.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514164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 (конференц-зал)</Template>
  <TotalTime>34</TotalTime>
  <Words>263</Words>
  <Application>Microsoft Office PowerPoint</Application>
  <PresentationFormat>Широкоэкранный</PresentationFormat>
  <Paragraphs>13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Совет директоров</vt:lpstr>
      <vt:lpstr>Отечественные процессоры</vt:lpstr>
      <vt:lpstr>Ранние годы</vt:lpstr>
      <vt:lpstr>Эпоха БЭСМ</vt:lpstr>
      <vt:lpstr>Презентация PowerPoint</vt:lpstr>
      <vt:lpstr>Эпоха «Эльбрусов»</vt:lpstr>
      <vt:lpstr>Современные процессоры</vt:lpstr>
      <vt:lpstr>История развития отечественных процессоров показывает, что страна всегда стремилась к созданию собственной вычислительной техники. Сегодня Россия продолжает развивать собственные процессоры, чтобы обеспечить независимость от зарубежных производителей.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1</cp:revision>
  <dcterms:created xsi:type="dcterms:W3CDTF">2024-10-15T07:50:26Z</dcterms:created>
  <dcterms:modified xsi:type="dcterms:W3CDTF">2024-10-15T08:24:50Z</dcterms:modified>
</cp:coreProperties>
</file>