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006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62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53231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144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7898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16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523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9443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46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53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07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AC2334-E1D7-4E50-ABDF-0EC0E5DC8EB9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6A6C79-1803-495C-BBB7-29C95942F51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6013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ix1k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7359A-8F63-7249-84C3-90C783825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Портфолио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89E844-6C41-A87F-8EBE-110A649CB7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Власов Дмитрий ПИНб-31</a:t>
            </a:r>
          </a:p>
        </p:txBody>
      </p:sp>
    </p:spTree>
    <p:extLst>
      <p:ext uri="{BB962C8B-B14F-4D97-AF65-F5344CB8AC3E}">
        <p14:creationId xmlns:p14="http://schemas.microsoft.com/office/powerpoint/2010/main" val="3891013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8A46A065-1185-C693-D670-0F183DB6CD9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E66052E-AFFF-D39E-9C33-BEDA102C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информация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8F2B6A-4D42-4A70-53E4-0AB44B478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ru-RU" sz="1400" b="1" dirty="0"/>
              <a:t>ФИО:</a:t>
            </a:r>
            <a:r>
              <a:rPr lang="ru-RU" sz="1400" dirty="0"/>
              <a:t> Власов Дмитрий Алексеевич</a:t>
            </a:r>
          </a:p>
          <a:p>
            <a:r>
              <a:rPr lang="ru-RU" sz="1400" b="1" dirty="0"/>
              <a:t>Курс:</a:t>
            </a:r>
            <a:r>
              <a:rPr lang="ru-RU" sz="1400" dirty="0"/>
              <a:t> 3</a:t>
            </a:r>
          </a:p>
          <a:p>
            <a:r>
              <a:rPr lang="ru-RU" sz="1400" b="1" dirty="0"/>
              <a:t>Факультет:</a:t>
            </a:r>
            <a:r>
              <a:rPr lang="ru-RU" sz="1400" dirty="0"/>
              <a:t> Экономики и Информационных технологий</a:t>
            </a:r>
          </a:p>
          <a:p>
            <a:r>
              <a:rPr lang="ru-RU" sz="1400" b="1" dirty="0"/>
              <a:t>Направление:</a:t>
            </a:r>
            <a:r>
              <a:rPr lang="ru-RU" sz="1400" dirty="0"/>
              <a:t> Программная инженерия</a:t>
            </a:r>
          </a:p>
          <a:p>
            <a:r>
              <a:rPr lang="ru-RU" sz="1400" b="1" dirty="0"/>
              <a:t>Основные интересы:</a:t>
            </a:r>
            <a:endParaRPr lang="ru-RU" sz="1400" dirty="0"/>
          </a:p>
          <a:p>
            <a:r>
              <a:rPr lang="ru-RU" sz="1400" dirty="0"/>
              <a:t>Разработка программного обеспечения</a:t>
            </a:r>
          </a:p>
          <a:p>
            <a:r>
              <a:rPr lang="ru-RU" sz="1400" dirty="0"/>
              <a:t>Сопровождение и тестирование ПО</a:t>
            </a:r>
          </a:p>
          <a:p>
            <a:r>
              <a:rPr lang="ru-RU" sz="1400" dirty="0" err="1"/>
              <a:t>DevOps</a:t>
            </a:r>
            <a:r>
              <a:rPr lang="ru-RU" sz="1400" dirty="0"/>
              <a:t>-практики</a:t>
            </a:r>
          </a:p>
          <a:p>
            <a:r>
              <a:rPr lang="ru-RU" sz="1400" b="1" dirty="0"/>
              <a:t>Контактная информация:</a:t>
            </a:r>
            <a:br>
              <a:rPr lang="ru-RU" sz="1400" dirty="0"/>
            </a:br>
            <a:r>
              <a:rPr lang="ru-RU" sz="1400" dirty="0" err="1"/>
              <a:t>Email</a:t>
            </a:r>
            <a:r>
              <a:rPr lang="ru-RU" sz="1400" dirty="0"/>
              <a:t>: </a:t>
            </a:r>
            <a:r>
              <a:rPr lang="en-US" sz="1400" dirty="0"/>
              <a:t>Dix1k@yandex.ru</a:t>
            </a:r>
            <a:br>
              <a:rPr lang="ru-RU" sz="1400" dirty="0"/>
            </a:br>
            <a:r>
              <a:rPr lang="ru-RU" sz="1400" dirty="0" err="1"/>
              <a:t>GitHub</a:t>
            </a:r>
            <a:r>
              <a:rPr lang="ru-RU" sz="1400" dirty="0"/>
              <a:t>: </a:t>
            </a:r>
            <a:r>
              <a:rPr lang="en-US" sz="1400" dirty="0">
                <a:hlinkClick r:id="rId2"/>
              </a:rPr>
              <a:t>github.com/Dix1k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55926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23431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47</TotalTime>
  <Words>54</Words>
  <Application>Microsoft Office PowerPoint</Application>
  <PresentationFormat>Широкоэкранный</PresentationFormat>
  <Paragraphs>12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Corbel</vt:lpstr>
      <vt:lpstr>Gill Sans MT</vt:lpstr>
      <vt:lpstr>Impact</vt:lpstr>
      <vt:lpstr>Эмблема</vt:lpstr>
      <vt:lpstr>Портфолио</vt:lpstr>
      <vt:lpstr>Общая информация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Власов</dc:creator>
  <cp:lastModifiedBy>Дмитрий Власов</cp:lastModifiedBy>
  <cp:revision>1</cp:revision>
  <dcterms:created xsi:type="dcterms:W3CDTF">2026-05-13T14:41:30Z</dcterms:created>
  <dcterms:modified xsi:type="dcterms:W3CDTF">2026-05-13T15:29:20Z</dcterms:modified>
</cp:coreProperties>
</file>