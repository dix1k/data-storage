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D0AC2334-E1D7-4E50-ABDF-0EC0E5DC8EB9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756A6C79-1803-495C-BBB7-29C95942F51A}" type="slidenum">
              <a:rPr lang="ru-RU" smtClean="0"/>
              <a:t>‹#›</a:t>
            </a:fld>
            <a:endParaRPr lang="ru-RU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130068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C2334-E1D7-4E50-ABDF-0EC0E5DC8EB9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A6C79-1803-495C-BBB7-29C95942F5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2621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D0AC2334-E1D7-4E50-ABDF-0EC0E5DC8EB9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56A6C79-1803-495C-BBB7-29C95942F51A}" type="slidenum">
              <a:rPr lang="ru-RU" smtClean="0"/>
              <a:t>‹#›</a:t>
            </a:fld>
            <a:endParaRPr lang="ru-RU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9532317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C2334-E1D7-4E50-ABDF-0EC0E5DC8EB9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A6C79-1803-495C-BBB7-29C95942F5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51446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C2334-E1D7-4E50-ABDF-0EC0E5DC8EB9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A6C79-1803-495C-BBB7-29C95942F5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57898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C2334-E1D7-4E50-ABDF-0EC0E5DC8EB9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A6C79-1803-495C-BBB7-29C95942F5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41671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C2334-E1D7-4E50-ABDF-0EC0E5DC8EB9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A6C79-1803-495C-BBB7-29C95942F5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6523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D0AC2334-E1D7-4E50-ABDF-0EC0E5DC8EB9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756A6C79-1803-495C-BBB7-29C95942F51A}" type="slidenum">
              <a:rPr lang="ru-RU" smtClean="0"/>
              <a:t>‹#›</a:t>
            </a:fld>
            <a:endParaRPr lang="ru-RU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0894439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D0AC2334-E1D7-4E50-ABDF-0EC0E5DC8EB9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756A6C79-1803-495C-BBB7-29C95942F5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8467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C2334-E1D7-4E50-ABDF-0EC0E5DC8EB9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A6C79-1803-495C-BBB7-29C95942F5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1539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C2334-E1D7-4E50-ABDF-0EC0E5DC8EB9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A6C79-1803-495C-BBB7-29C95942F5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3074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D0AC2334-E1D7-4E50-ABDF-0EC0E5DC8EB9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56A6C79-1803-495C-BBB7-29C95942F51A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60137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Dix1k" TargetMode="Externa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x1k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27359A-8F63-7249-84C3-90C783825D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Портфолио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789E844-6C41-A87F-8EBE-110A649CB7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Власов Дмитрий ПИНб-31</a:t>
            </a:r>
          </a:p>
        </p:txBody>
      </p:sp>
    </p:spTree>
    <p:extLst>
      <p:ext uri="{BB962C8B-B14F-4D97-AF65-F5344CB8AC3E}">
        <p14:creationId xmlns:p14="http://schemas.microsoft.com/office/powerpoint/2010/main" val="3891013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DE66052E-AFFF-D39E-9C33-BEDA102CE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Общая информация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C8F2B6A-4D42-4A70-53E4-0AB44B478A7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sz="1400" b="1" dirty="0"/>
              <a:t>ФИО:</a:t>
            </a:r>
            <a:r>
              <a:rPr lang="ru-RU" sz="1400" dirty="0"/>
              <a:t> Власов Дмитрий Алексеевич</a:t>
            </a:r>
          </a:p>
          <a:p>
            <a:r>
              <a:rPr lang="ru-RU" sz="1400" b="1" dirty="0"/>
              <a:t>Студент	Курс:</a:t>
            </a:r>
            <a:r>
              <a:rPr lang="ru-RU" sz="1400" dirty="0"/>
              <a:t> 3</a:t>
            </a:r>
          </a:p>
          <a:p>
            <a:r>
              <a:rPr lang="ru-RU" sz="1400" b="1" dirty="0"/>
              <a:t>Пермский ГАТУ	Факультет:</a:t>
            </a:r>
            <a:r>
              <a:rPr lang="ru-RU" sz="1400" dirty="0"/>
              <a:t> Экономики и Информационных технологий</a:t>
            </a:r>
          </a:p>
          <a:p>
            <a:r>
              <a:rPr lang="ru-RU" sz="1400" b="1" dirty="0"/>
              <a:t>Направление:</a:t>
            </a:r>
            <a:r>
              <a:rPr lang="ru-RU" sz="1400" dirty="0"/>
              <a:t> Программная инженерия</a:t>
            </a:r>
          </a:p>
          <a:p>
            <a:r>
              <a:rPr lang="ru-RU" sz="1400" b="1" dirty="0"/>
              <a:t>Основные интересы:</a:t>
            </a:r>
            <a:endParaRPr lang="ru-RU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/>
              <a:t>Разработка программного обеспечения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/>
              <a:t>Сопровождение и тестирование ПО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 err="1"/>
              <a:t>DevOps</a:t>
            </a:r>
            <a:r>
              <a:rPr lang="ru-RU" sz="1400" dirty="0"/>
              <a:t>-практики</a:t>
            </a:r>
          </a:p>
          <a:p>
            <a:r>
              <a:rPr lang="ru-RU" sz="1400" b="1" dirty="0"/>
              <a:t>Контактная информация:</a:t>
            </a:r>
            <a:br>
              <a:rPr lang="ru-RU" sz="1400" dirty="0"/>
            </a:br>
            <a:r>
              <a:rPr lang="ru-RU" sz="1400" dirty="0" err="1"/>
              <a:t>Email</a:t>
            </a:r>
            <a:r>
              <a:rPr lang="ru-RU" sz="1400" dirty="0"/>
              <a:t>: </a:t>
            </a:r>
            <a:r>
              <a:rPr lang="en-US" sz="1400" dirty="0"/>
              <a:t>Dix1k@yandex.ru</a:t>
            </a:r>
            <a:br>
              <a:rPr lang="ru-RU" sz="1400" dirty="0"/>
            </a:br>
            <a:r>
              <a:rPr lang="ru-RU" sz="1400" dirty="0" err="1"/>
              <a:t>GitHub</a:t>
            </a:r>
            <a:r>
              <a:rPr lang="ru-RU" sz="1400" dirty="0"/>
              <a:t>: </a:t>
            </a:r>
            <a:r>
              <a:rPr lang="en-US" sz="1400" dirty="0">
                <a:hlinkClick r:id="rId2"/>
              </a:rPr>
              <a:t>github.com/Dix1k</a:t>
            </a:r>
            <a:endParaRPr lang="ru-RU" sz="140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232AB96-6653-E683-4B51-BB680361C620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6652" b="6652"/>
          <a:stretch/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261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6C327-664C-2EB1-BA93-1B9700921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47D8278-427E-EB53-7A9C-96A1E399257A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3378" b="3378"/>
          <a:stretch/>
        </p:blipFill>
        <p:spPr>
          <a:prstGeom prst="rect">
            <a:avLst/>
          </a:prstGeom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65F59EC-A254-BCC7-F745-09C8AE32D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Образование и повышение квалификации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E856902-3AD8-3A4A-F4E9-F456D8040B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903908"/>
          </a:xfrm>
        </p:spPr>
        <p:txBody>
          <a:bodyPr>
            <a:normAutofit/>
          </a:bodyPr>
          <a:lstStyle/>
          <a:p>
            <a:r>
              <a:rPr lang="ru-RU" b="1" dirty="0"/>
              <a:t>Базовое образование: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Суксунская СОШ №2:</a:t>
            </a:r>
          </a:p>
          <a:p>
            <a:r>
              <a:rPr lang="ru-RU" dirty="0"/>
              <a:t>2012-2023 г.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Пермский ГАТУ, направление «Программная инженерия», бакалавриат:</a:t>
            </a:r>
          </a:p>
          <a:p>
            <a:r>
              <a:rPr lang="ru-RU" dirty="0"/>
              <a:t>2023-2027 г.</a:t>
            </a:r>
          </a:p>
          <a:p>
            <a:r>
              <a:rPr lang="ru-RU" b="1" dirty="0"/>
              <a:t>Дополнительное образование: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2023 год: Курс «</a:t>
            </a:r>
            <a:r>
              <a:rPr lang="en-US" dirty="0"/>
              <a:t>Python</a:t>
            </a:r>
            <a:r>
              <a:rPr lang="ru-RU" dirty="0"/>
              <a:t>» от школы «Синергия»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Суксунская ДШИ:	Танцы и Аккордеон</a:t>
            </a:r>
          </a:p>
        </p:txBody>
      </p:sp>
    </p:spTree>
    <p:extLst>
      <p:ext uri="{BB962C8B-B14F-4D97-AF65-F5344CB8AC3E}">
        <p14:creationId xmlns:p14="http://schemas.microsoft.com/office/powerpoint/2010/main" val="4214992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51459-6E54-8D12-8302-2ACC88565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87F0357-3765-7436-94B1-3CAC0DEFFBC9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19837" r="19837"/>
          <a:stretch/>
        </p:blipFill>
        <p:spPr>
          <a:prstGeom prst="rect">
            <a:avLst/>
          </a:prstGeom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012D17B6-6C0A-D6D4-50F0-6E714D970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Научно-исследовательская деятельность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B32DCC9-8BEE-D2F0-D448-8C85FD84202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b="1" dirty="0"/>
              <a:t>Тема исследования:</a:t>
            </a:r>
            <a:br>
              <a:rPr lang="ru-RU" dirty="0"/>
            </a:br>
            <a:r>
              <a:rPr lang="ru-RU" dirty="0"/>
              <a:t>«Адаптация процесса сопровождения программных средств для учебных проектов»</a:t>
            </a:r>
          </a:p>
          <a:p>
            <a:r>
              <a:rPr lang="ru-RU" b="1" dirty="0"/>
              <a:t>Публикации:</a:t>
            </a:r>
            <a:endParaRPr lang="ru-RU" dirty="0"/>
          </a:p>
          <a:p>
            <a:r>
              <a:rPr lang="ru-RU" dirty="0"/>
              <a:t>Иванов И.И. Анализ подходов к сопровождению ПО // Студенческий вестник, №3(15), 2025.</a:t>
            </a:r>
          </a:p>
          <a:p>
            <a:r>
              <a:rPr lang="ru-RU" dirty="0"/>
              <a:t>Иванов И.И. Сравнительный анализ CASE-средств для сопровождения // Молодой учёный, №7, 2025 (в печати).</a:t>
            </a:r>
          </a:p>
          <a:p>
            <a:r>
              <a:rPr lang="ru-RU" b="1" dirty="0"/>
              <a:t>Участие в грантах и проектах:</a:t>
            </a:r>
            <a:endParaRPr lang="ru-RU" dirty="0"/>
          </a:p>
          <a:p>
            <a:r>
              <a:rPr lang="ru-RU" dirty="0"/>
              <a:t>2024–2025: Участие в проекте «Разработка системы тестирования знаний» (роль: тестировщик)</a:t>
            </a:r>
          </a:p>
          <a:p>
            <a:r>
              <a:rPr lang="ru-RU" dirty="0"/>
              <a:t>2025: Победа в конкурсе научных работ кафедры (2 место)</a:t>
            </a:r>
          </a:p>
        </p:txBody>
      </p:sp>
    </p:spTree>
    <p:extLst>
      <p:ext uri="{BB962C8B-B14F-4D97-AF65-F5344CB8AC3E}">
        <p14:creationId xmlns:p14="http://schemas.microsoft.com/office/powerpoint/2010/main" val="4293099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03BAC6-488D-F2E9-A19E-B080702CB12C}"/>
              </a:ext>
            </a:extLst>
          </p:cNvPr>
          <p:cNvSpPr txBox="1"/>
          <p:nvPr/>
        </p:nvSpPr>
        <p:spPr>
          <a:xfrm>
            <a:off x="2552385" y="0"/>
            <a:ext cx="70872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/>
              <a:t>Практические навыки и компетенции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7F0CC78C-D63C-DF60-F078-007CA55520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0551132"/>
              </p:ext>
            </p:extLst>
          </p:nvPr>
        </p:nvGraphicFramePr>
        <p:xfrm>
          <a:off x="2032000" y="1379682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68218058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86580184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lang="ru-RU" dirty="0"/>
                        <a:t>Технические навыки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9123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Языки программирования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Python, Java, C#, C++ (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базовый)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20255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Инструменты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Git, GitHub, Visual Studio, VS Code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7542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Тестирование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Pytest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JUnit, 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ручное тестирование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83480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Базы данных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SQLite, PostgreSQL (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начальный)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212903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E634FF6-FD80-B311-91E8-BE67430844BF}"/>
              </a:ext>
            </a:extLst>
          </p:cNvPr>
          <p:cNvSpPr txBox="1"/>
          <p:nvPr/>
        </p:nvSpPr>
        <p:spPr>
          <a:xfrm>
            <a:off x="2032000" y="4028790"/>
            <a:ext cx="854873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Soft </a:t>
            </a:r>
            <a:r>
              <a:rPr lang="ru-RU" b="1" dirty="0" err="1"/>
              <a:t>skills</a:t>
            </a:r>
            <a:r>
              <a:rPr lang="ru-RU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Работа в команде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Аналитическое мышление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Навыки документации (ГОСТ 19.XXX)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Обратная связь</a:t>
            </a:r>
          </a:p>
        </p:txBody>
      </p:sp>
    </p:spTree>
    <p:extLst>
      <p:ext uri="{BB962C8B-B14F-4D97-AF65-F5344CB8AC3E}">
        <p14:creationId xmlns:p14="http://schemas.microsoft.com/office/powerpoint/2010/main" val="263623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5145A-E313-32EE-D679-E9848B812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4134CE8-8E57-2789-E5DB-A3549869BC58}"/>
              </a:ext>
            </a:extLst>
          </p:cNvPr>
          <p:cNvSpPr txBox="1"/>
          <p:nvPr/>
        </p:nvSpPr>
        <p:spPr>
          <a:xfrm>
            <a:off x="2552385" y="126749"/>
            <a:ext cx="7087229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/>
              <a:t>Самоанализ и перспективы развития</a:t>
            </a:r>
            <a:br>
              <a:rPr lang="en-US" sz="3200" b="1" dirty="0"/>
            </a:br>
            <a:r>
              <a:rPr lang="ru-RU" b="1" dirty="0"/>
              <a:t>Анализ по П. Эштону (измерение эффективности)</a:t>
            </a: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5B070747-CE7B-B438-F9FF-AC2B68266F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7491068"/>
              </p:ext>
            </p:extLst>
          </p:nvPr>
        </p:nvGraphicFramePr>
        <p:xfrm>
          <a:off x="2031999" y="2068632"/>
          <a:ext cx="8127999" cy="3571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19956756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51858132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7079051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Критерий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Самооценка (1-5)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Пояснение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8546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Продуктивность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Выполняю лабораторные в срок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3422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Качество выполнения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Работы сдаю с первого раза на 85%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76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Скорость обучения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Быстро осваиваю новые технологии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0317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Влияние на команду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Бывают сложности с объяснением материала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959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Самоорганизация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Хорошо организую себя, но не на отлично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117706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1D8A37-A6E7-051B-5469-A17C1104FAF2}"/>
              </a:ext>
            </a:extLst>
          </p:cNvPr>
          <p:cNvSpPr txBox="1"/>
          <p:nvPr/>
        </p:nvSpPr>
        <p:spPr>
          <a:xfrm>
            <a:off x="2031999" y="5878459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Итоговая оценка по Эштону</a:t>
            </a:r>
            <a:r>
              <a:rPr lang="ru-RU" dirty="0"/>
              <a:t>: 4.2 (выше среднего)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2313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6FB41-9A31-5B25-25BE-BF1086967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8178681-E99F-071B-F702-170EC13290A7}"/>
              </a:ext>
            </a:extLst>
          </p:cNvPr>
          <p:cNvSpPr txBox="1"/>
          <p:nvPr/>
        </p:nvSpPr>
        <p:spPr>
          <a:xfrm>
            <a:off x="2552385" y="148544"/>
            <a:ext cx="70872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Анализ по К. Фельдману (характеристики эффективности)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80471-00A7-391A-5169-6D74E3336A20}"/>
              </a:ext>
            </a:extLst>
          </p:cNvPr>
          <p:cNvSpPr txBox="1"/>
          <p:nvPr/>
        </p:nvSpPr>
        <p:spPr>
          <a:xfrm>
            <a:off x="2031998" y="5878459"/>
            <a:ext cx="87778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Вывод по Фельдману:</a:t>
            </a:r>
            <a:r>
              <a:rPr lang="ru-RU" dirty="0"/>
              <a:t> Высокая мотивация поддерживается разнообразием задач и понятными целями, требуется развивать автономность.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A4411DC5-6E72-9867-9939-8C6241C19E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298870"/>
              </p:ext>
            </p:extLst>
          </p:nvPr>
        </p:nvGraphicFramePr>
        <p:xfrm>
          <a:off x="1358020" y="564779"/>
          <a:ext cx="9995025" cy="503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1675">
                  <a:extLst>
                    <a:ext uri="{9D8B030D-6E8A-4147-A177-3AD203B41FA5}">
                      <a16:colId xmlns:a16="http://schemas.microsoft.com/office/drawing/2014/main" val="957196213"/>
                    </a:ext>
                  </a:extLst>
                </a:gridCol>
                <a:gridCol w="3331675">
                  <a:extLst>
                    <a:ext uri="{9D8B030D-6E8A-4147-A177-3AD203B41FA5}">
                      <a16:colId xmlns:a16="http://schemas.microsoft.com/office/drawing/2014/main" val="1286423823"/>
                    </a:ext>
                  </a:extLst>
                </a:gridCol>
                <a:gridCol w="3331675">
                  <a:extLst>
                    <a:ext uri="{9D8B030D-6E8A-4147-A177-3AD203B41FA5}">
                      <a16:colId xmlns:a16="http://schemas.microsoft.com/office/drawing/2014/main" val="12573913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Характеристика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Оценка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Комментарий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98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Ясность целей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Понимаю, что нужно сделать в каждой работе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854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Наличие обратной связи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Преподаватель даёт комментарии, но не всегда оперативно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2158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Сложность задач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Задачи адекватны уровню, иногда требуют дополнительного изучения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4507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Автономность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Частично завишу от готовых шаблонов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0103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Разнообразие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Лабораторные охватывают разные аспекты: документы, код, экспертизу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54892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Значимость результатов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Результаты применимы в реальной практике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37990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9149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1B58B2-99DE-2CA9-43AF-8B99AD87D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SWOT-</a:t>
            </a:r>
            <a:r>
              <a:rPr lang="ru-RU" b="1" dirty="0"/>
              <a:t>анализ деятельности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79AFBE2-387C-46F3-AB9C-874A37695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Сильные стороны (</a:t>
            </a:r>
            <a:r>
              <a:rPr lang="en-US" b="0" dirty="0"/>
              <a:t>Strengths)</a:t>
            </a:r>
            <a:endParaRPr lang="ru-RU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995B8C7-FE74-1E9F-EDE8-FA9B2B9C711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dirty="0"/>
              <a:t>Быстрое освоение инструментов</a:t>
            </a:r>
          </a:p>
          <a:p>
            <a:r>
              <a:rPr lang="ru-RU" dirty="0"/>
              <a:t>Знание стандартов</a:t>
            </a:r>
          </a:p>
          <a:p>
            <a:r>
              <a:rPr lang="ru-RU" dirty="0"/>
              <a:t>Умение работать с документацией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97F2A8B-3283-491C-ED82-2C538C791D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b="0" dirty="0"/>
              <a:t>Слабые стороны (</a:t>
            </a:r>
            <a:r>
              <a:rPr lang="en-US" b="0" dirty="0"/>
              <a:t>Weaknesses)</a:t>
            </a:r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CAC107E-AA5C-C895-AD2D-57CCAC66F64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ru-RU" dirty="0"/>
              <a:t>Прокрастинация</a:t>
            </a:r>
          </a:p>
          <a:p>
            <a:r>
              <a:rPr lang="ru-RU" dirty="0"/>
              <a:t>Средняя самоорганизация</a:t>
            </a:r>
          </a:p>
          <a:p>
            <a:r>
              <a:rPr lang="ru-RU" dirty="0"/>
              <a:t>Не всегда довожу до идеала</a:t>
            </a:r>
          </a:p>
        </p:txBody>
      </p:sp>
    </p:spTree>
    <p:extLst>
      <p:ext uri="{BB962C8B-B14F-4D97-AF65-F5344CB8AC3E}">
        <p14:creationId xmlns:p14="http://schemas.microsoft.com/office/powerpoint/2010/main" val="1474090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8292F-D972-33F3-DFFE-DF44752DE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A68DCE-EDE5-38A9-29A5-505E96C17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SWOT-</a:t>
            </a:r>
            <a:r>
              <a:rPr lang="ru-RU" b="1" dirty="0"/>
              <a:t>анализ деятельности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B72E04-FC1D-377C-AB1C-B1EB4817F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Возможности (</a:t>
            </a:r>
            <a:r>
              <a:rPr lang="en-US" b="0" dirty="0"/>
              <a:t>Opportunities)</a:t>
            </a:r>
            <a:endParaRPr lang="ru-RU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E8BFC6C-78D8-0EB9-7D80-84622F0FEF9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dirty="0"/>
              <a:t>Стажировка в </a:t>
            </a:r>
            <a:r>
              <a:rPr lang="en-US" dirty="0"/>
              <a:t>IT-</a:t>
            </a:r>
            <a:r>
              <a:rPr lang="ru-RU" dirty="0"/>
              <a:t>компании</a:t>
            </a:r>
          </a:p>
          <a:p>
            <a:r>
              <a:rPr lang="ru-RU" dirty="0"/>
              <a:t>Участие в </a:t>
            </a:r>
            <a:r>
              <a:rPr lang="en-US" dirty="0"/>
              <a:t>open-source</a:t>
            </a:r>
            <a:endParaRPr lang="ru-RU" dirty="0"/>
          </a:p>
          <a:p>
            <a:r>
              <a:rPr lang="ru-RU" dirty="0"/>
              <a:t>Изучение </a:t>
            </a:r>
            <a:r>
              <a:rPr lang="en-US" dirty="0"/>
              <a:t>DevOps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50D7FA4-02E2-82F1-BF4A-9481329F08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b="0" dirty="0"/>
              <a:t>Угрозы (</a:t>
            </a:r>
            <a:r>
              <a:rPr lang="en-US" b="0" dirty="0"/>
              <a:t>Threats)</a:t>
            </a:r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59969F2-3461-CA15-7743-DDCB4EC6BC1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ru-RU" dirty="0"/>
              <a:t>Высокая конкуренция</a:t>
            </a:r>
          </a:p>
          <a:p>
            <a:r>
              <a:rPr lang="ru-RU" dirty="0"/>
              <a:t>Нехватка времени из-за других предметов</a:t>
            </a:r>
          </a:p>
          <a:p>
            <a:r>
              <a:rPr lang="ru-RU" dirty="0"/>
              <a:t>Быстрое устаревание технологий</a:t>
            </a:r>
          </a:p>
        </p:txBody>
      </p:sp>
    </p:spTree>
    <p:extLst>
      <p:ext uri="{BB962C8B-B14F-4D97-AF65-F5344CB8AC3E}">
        <p14:creationId xmlns:p14="http://schemas.microsoft.com/office/powerpoint/2010/main" val="7816171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2E3989-4A3B-E4DD-F7B1-23DD0F5C7F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b="1" dirty="0"/>
              <a:t>Спасибо за внимание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371229B-BF0E-761F-1FC5-59C785D256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Контактная информация:</a:t>
            </a:r>
            <a:br>
              <a:rPr lang="ru-RU" dirty="0"/>
            </a:br>
            <a:r>
              <a:rPr lang="ru-RU" dirty="0" err="1"/>
              <a:t>Email</a:t>
            </a:r>
            <a:r>
              <a:rPr lang="ru-RU" dirty="0"/>
              <a:t>: </a:t>
            </a:r>
            <a:r>
              <a:rPr lang="en-US" dirty="0"/>
              <a:t>Dix1k@yandex.ru</a:t>
            </a:r>
            <a:br>
              <a:rPr lang="ru-RU" dirty="0"/>
            </a:br>
            <a:r>
              <a:rPr lang="ru-RU" dirty="0" err="1"/>
              <a:t>GitHub</a:t>
            </a:r>
            <a:r>
              <a:rPr lang="ru-RU" dirty="0"/>
              <a:t>: </a:t>
            </a:r>
            <a:r>
              <a:rPr lang="en-US" dirty="0">
                <a:hlinkClick r:id="rId2"/>
              </a:rPr>
              <a:t>github.com/Dix1k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6893314"/>
      </p:ext>
    </p:extLst>
  </p:cSld>
  <p:clrMapOvr>
    <a:masterClrMapping/>
  </p:clrMapOvr>
</p:sld>
</file>

<file path=ppt/theme/theme1.xml><?xml version="1.0" encoding="utf-8"?>
<a:theme xmlns:a="http://schemas.openxmlformats.org/drawingml/2006/main" name="Эмблема">
  <a:themeElements>
    <a:clrScheme name="Эмблема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Эмблема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Эмблем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TM10001106[[fn=Эмблема]]</Template>
  <TotalTime>82</TotalTime>
  <Words>511</Words>
  <Application>Microsoft Office PowerPoint</Application>
  <PresentationFormat>Широкоэкранный</PresentationFormat>
  <Paragraphs>107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Corbel</vt:lpstr>
      <vt:lpstr>Gill Sans MT</vt:lpstr>
      <vt:lpstr>Impact</vt:lpstr>
      <vt:lpstr>Эмблема</vt:lpstr>
      <vt:lpstr>Портфолио</vt:lpstr>
      <vt:lpstr>Общая информация</vt:lpstr>
      <vt:lpstr>Образование и повышение квалификации</vt:lpstr>
      <vt:lpstr>Научно-исследовательская деятельность</vt:lpstr>
      <vt:lpstr>Презентация PowerPoint</vt:lpstr>
      <vt:lpstr>Презентация PowerPoint</vt:lpstr>
      <vt:lpstr>Презентация PowerPoint</vt:lpstr>
      <vt:lpstr>SWOT-анализ деятельности </vt:lpstr>
      <vt:lpstr>SWOT-анализ деятельности 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Дмитрий Власов</dc:creator>
  <cp:lastModifiedBy>Дмитрий Власов</cp:lastModifiedBy>
  <cp:revision>3</cp:revision>
  <dcterms:created xsi:type="dcterms:W3CDTF">2026-05-13T14:41:30Z</dcterms:created>
  <dcterms:modified xsi:type="dcterms:W3CDTF">2026-05-20T06:10:56Z</dcterms:modified>
</cp:coreProperties>
</file>