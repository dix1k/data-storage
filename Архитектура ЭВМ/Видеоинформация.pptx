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9" r:id="rId1"/>
  </p:sldMasterIdLst>
  <p:notesMasterIdLst>
    <p:notesMasterId r:id="rId16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61A0B-5C5C-459B-95E5-9D4A08F0E78A}" type="datetimeFigureOut">
              <a:rPr lang="ru-RU" smtClean="0"/>
              <a:t>27.09.2024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81DBC-DC37-4028-9221-8A954D21F5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6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C8EC98E-ABED-41ED-BF82-15BC447CCB1D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01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E9A07-0EF3-49B9-8356-890C7E9CEEE4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8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9306-7609-403A-926E-3073A5F3E625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04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C4ED-DE15-4022-96B4-324838417291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712A-FC5D-4358-A4AE-9B4A561B637D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0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E00C-BC2B-4299-8EBC-83E74969ADFB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07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4D70-04C6-4141-AC63-C7D7F924FFD0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71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F862-550E-4742-991F-370FDE58BB8B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4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DCA2-5DC3-4893-A00E-1BDDBBC5222A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3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B6BF-BD4D-416B-85E5-30A3E58CFF11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8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61A33-35F3-4BC0-9E49-232FFC2DE333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19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10EC-E810-49AE-A4FA-DACDD8BEFD85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90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57DF-6DEB-4520-B440-CAB004BD1230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39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B23-B00B-418D-9342-3A5710BF8913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889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39E81-01D0-4BD2-996F-B97D3ED352A1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419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BD0F186-4BCE-4F2C-9086-282218ED399E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38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7A97E29-BA62-4675-ACB9-A0DCB1C6641A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0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1413F0A-4399-45DC-8545-CECD727DB312}" type="datetime1">
              <a:rPr lang="en-US" smtClean="0"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38BC8-CBDD-ADD0-ECBB-81BE00787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Видеоинформация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398898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05ACE-28AF-C345-0AE1-4CA3E8A0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E54EF4-09C0-F09A-3987-3ADB61B77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0"/>
            <a:ext cx="5296441" cy="6858000"/>
          </a:xfrm>
        </p:spPr>
        <p:txBody>
          <a:bodyPr>
            <a:normAutofit/>
          </a:bodyPr>
          <a:lstStyle/>
          <a:p>
            <a:r>
              <a:rPr lang="ru-RU" dirty="0"/>
              <a:t>В современном мире информация играет ключевую роль во всех сферах жизни человека. Среди различных видов информации особое место занимает видеоинформация, которая становится всё более популярной благодаря техническому прогрессу и доступности средств её передачи и обработки.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067CA0-6B77-BE73-F588-A0DE740C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2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Понятие видеоинформации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893" r="6893"/>
          <a:stretch/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Видеоинформация — это информация, передаваемая в виде последовательности изображений (кадров), которые создают иллюзию движения, сопровождаясь </a:t>
            </a:r>
            <a:r>
              <a:rPr lang="ru-RU" sz="2400" dirty="0" err="1"/>
              <a:t>аудиосопровождением</a:t>
            </a:r>
            <a:r>
              <a:rPr lang="ru-RU" sz="2400" dirty="0"/>
              <a:t> или без него.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1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История развития видеоинформации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2"/>
          <a:stretch/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/>
              <a:t>Развитие видеоинформации напрямую связано с прогрессом в области кинематографии и телевизионных технологий. Первые попытки запечатлеть движение начались в конце XIX века с изобретения кинематографа. В дальнейшем, с появлением телевидения в середине XX века, видеоинформация начала широко распространяться и стала неотъемлемой частью повседневной жизни.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3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D05DE-153F-7C49-68D4-5B47F9DB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видеоинформации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5F4679-E268-7018-A53D-9F5F4BB58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Развлекательная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EC5977-007E-E60C-7FB6-68C87421069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Фильмы, сериалы, музыкальные клипы, видеоигры и прочие виды контента, предназначенные для отдыха и развлечений.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308E23-9B53-BAC5-4BE3-811AC7E9B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Образовательная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92BDBC-857A-FADE-BEBA-15EFE2EA398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Лекции, обучающие видеокурсы, документальные фильмы, предназначенные для передачи знаний и навыков.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F85FAF9-0722-E7B5-6607-2C3E45857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Информационная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F69A922-63D8-D721-FF59-711EA4603C0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Новости, репортажи, интервью, которые используются для информирования о текущих событиях.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EE1217B-AFF9-16AE-9F10-C8A475E5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90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25BD5-12C6-30C8-0693-1C6EC99F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видеоинформации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0CCA50-06D8-91AD-E5FF-D872121CA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600" dirty="0"/>
              <a:t>Рекламная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F92C17-424D-03D7-001A-34F21CD148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/>
              <a:t>Рекламные ролики, презентации, промо-видео, которые направлены на продвижение товаров, услуг или идей.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23254C-907B-EBBE-2E98-675C859C2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sz="3600" dirty="0"/>
              <a:t>Социальная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E064D6-B3AB-1123-CA93-E7B4D5A9F76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/>
              <a:t>Видеоматериалы, предназначенные для обсуждения социальных проблем, привлечения внимания к важным вопросам общества.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E27668-3DBD-A8FE-120F-25E3C1BE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8A691-977A-80F5-45F7-BEB8CFC9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видеоинформации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A5827A-55E8-47B4-6417-CD95EC184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Наибольшая реалистичность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7FAA95-8E93-F443-D00B-BF8982C51D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Видеоинформация передаёт не только текстовые данные, но и визуальные и аудио элементы, что делает восприятие информации более полным и реалистичным.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D4E32D-B6F7-1779-8A6B-005CD6E78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Простота восприятия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7948EA-58C0-1173-2F37-65D5DFDB596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Человек способен легче воспринимать информацию через видео, так как она подаётся в наглядной и часто эмоционально насыщенной форме.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A4CC8B-2547-299D-21D8-89EA0CD2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13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958E5-8AFE-759D-F496-4C52CDC5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видеоинформации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E52DD4-2050-22BB-BB2A-CC86D8D4D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Высокая степень вовлечённости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464143-B8E6-0D05-EAE0-3B8CB017BF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Видео способно привлечь внимание зрителя и удерживать его интерес на протяжении длительного времени.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D4CF44-E6BF-1262-7C5E-C80258C7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Мультизадачность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BBC3B0-1280-A202-DD37-265AAE38A6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Видеоконтент может сочетать в себе различные виды информации — текст, звук, графику и анимацию, что делает его универсальным средством передачи данных.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FF7DBB-0C84-7623-EF33-CFB80A54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7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Применение видеоинформации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3"/>
          <a:stretch/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Образование: Онлайн-курсы, видеолекции и интерактивные учебные пособия позволяют людям учиться в любое время и в любом месте.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04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Применение видеоинформации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790" r="9790"/>
          <a:stretch/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Медицина: Видеозаписи операций и других медицинских процедур используются для обучения врачей и студентов.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14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Применение видеоинформации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2" r="4"/>
          <a:stretch/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Маркетинг: Видеореклама — один из самых эффективных способов привлечения внимания к продуктам и услугам.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12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9DDB-BA58-1CA6-36FF-0C38DC4E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69" y="468037"/>
            <a:ext cx="5153839" cy="1735667"/>
          </a:xfrm>
        </p:spPr>
        <p:txBody>
          <a:bodyPr/>
          <a:lstStyle/>
          <a:p>
            <a:r>
              <a:rPr lang="ru-RU" dirty="0"/>
              <a:t>Применение видеоинформации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6499C-7B9F-A281-E315-26CF86CF9E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842" r="19842"/>
          <a:stretch/>
        </p:blipFill>
        <p:spPr>
          <a:xfrm>
            <a:off x="6096000" y="1335088"/>
            <a:ext cx="5605463" cy="522763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7F471F0-6B74-19EE-BC13-E1A53E9E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0291" y="2542032"/>
            <a:ext cx="5153839" cy="3749040"/>
          </a:xfrm>
        </p:spPr>
        <p:txBody>
          <a:bodyPr>
            <a:normAutofit/>
          </a:bodyPr>
          <a:lstStyle/>
          <a:p>
            <a:r>
              <a:rPr lang="ru-RU" sz="2400" dirty="0"/>
              <a:t>Наука и исследования: Видеоматериалы используются для демонстрации экспериментов, научных наблюдений и других исследований.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1E5427-6AB3-FCA5-21CD-F34D1D41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294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89C68-2FC7-69C2-0DC9-CCE8E447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и вызовы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98649F-6449-432A-6644-B44484476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Огромные объёмы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4EE79F-032C-2BD6-EFBB-B864C3C1FD7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Видео требует значительных ресурсов для хранения и передачи.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916BC0-4895-B25F-E541-A80121C71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Время на просмотр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8350F92-17DD-01FE-9C2A-1C195EFB3DA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отличие от текстовой информации, видео требует больше времени для восприятия.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AED32BD-C8A7-9C67-2FE6-9D1C949D17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Качество контента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D284D0B-777A-DC9A-280F-86DCBF28E9D3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2400" dirty="0"/>
              <a:t>Высокая доступность создания видеоматериалов привела к появлению большого количества некачественного и даже дезинформирующего контента.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3BF6A2-39FC-0D88-25C6-EEBE0625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8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05ACE-28AF-C345-0AE1-4CA3E8A0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E54EF4-09C0-F09A-3987-3ADB61B77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0"/>
            <a:ext cx="5296441" cy="6858000"/>
          </a:xfrm>
        </p:spPr>
        <p:txBody>
          <a:bodyPr>
            <a:normAutofit/>
          </a:bodyPr>
          <a:lstStyle/>
          <a:p>
            <a:r>
              <a:rPr lang="ru-RU" dirty="0"/>
              <a:t>Видеоинформация играет ключевую роль в современном обществе, оказывая влияние на образование, бизнес, культуру и многие другие сферы жизни. Благодаря развитию технологий, видеоконтент стал доступным для создания и потребления практически каждому человеку.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067CA0-6B77-BE73-F588-A0DE740C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33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</TotalTime>
  <Words>474</Words>
  <Application>Microsoft Office PowerPoint</Application>
  <PresentationFormat>Широкоэкранный</PresentationFormat>
  <Paragraphs>59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Совет директоров</vt:lpstr>
      <vt:lpstr>Видеоинформация</vt:lpstr>
      <vt:lpstr>Введение</vt:lpstr>
      <vt:lpstr>Понятие видеоинформации</vt:lpstr>
      <vt:lpstr>История развития видеоинформации</vt:lpstr>
      <vt:lpstr>Типы видеоинформации</vt:lpstr>
      <vt:lpstr>Типы видеоинформации</vt:lpstr>
      <vt:lpstr>Преимущества видеоинформации</vt:lpstr>
      <vt:lpstr>Преимущества видеоинформации</vt:lpstr>
      <vt:lpstr>Применение видеоинформации</vt:lpstr>
      <vt:lpstr>Применение видеоинформации</vt:lpstr>
      <vt:lpstr>Применение видеоинформации</vt:lpstr>
      <vt:lpstr>Применение видеоинформации</vt:lpstr>
      <vt:lpstr>Проблемы и вызовы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3</cp:revision>
  <dcterms:created xsi:type="dcterms:W3CDTF">2024-09-27T12:58:21Z</dcterms:created>
  <dcterms:modified xsi:type="dcterms:W3CDTF">2024-09-27T13:26:05Z</dcterms:modified>
</cp:coreProperties>
</file>