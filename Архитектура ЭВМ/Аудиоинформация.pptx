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  <p:sldId id="264" r:id="rId10"/>
    <p:sldId id="265" r:id="rId11"/>
    <p:sldId id="272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80E22B-A622-AF46-4D82-A81676BED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CD36989-5442-FE2E-83E2-26A0BF614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0765E3-6C16-594A-13D6-CAAE4D22B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DB7E-9269-498D-A407-50749B52A9F1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C6E49D-7D6A-007B-167B-20F815632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7363E4-2939-B1CF-B41B-955BB3FB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3D494-1ED5-4C82-BBDA-74DF9875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79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7E5E3-0519-92C0-52FD-56272FFB1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D6791B-7A06-6331-9D32-3E8E377D1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4956EC-CE0D-8D5B-8479-9C288501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DB7E-9269-498D-A407-50749B52A9F1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9DE945-6994-0FEB-7526-80A8D208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39882A-698A-C51A-34AE-877D3FDDA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3D494-1ED5-4C82-BBDA-74DF9875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55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414870-8F82-6289-2460-47AAF7D45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0812B1-5EF8-0BA2-195C-BED4D17DD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B5C3B9-23DA-D743-2964-4C7EBE0F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DB7E-9269-498D-A407-50749B52A9F1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C2660D-41B5-78A7-C63F-832B0DA1A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4164F7-D29B-8518-D0C6-2B5E9D92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3D494-1ED5-4C82-BBDA-74DF9875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053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13B07-5F4B-332B-A9C6-9B6E10AD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611EF0-129A-46FC-A180-86251DF2F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5CCE80-2E2B-E293-D47D-2DB5AA082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F196B0-116C-6206-CA7B-2BEB25291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DB7E-9269-498D-A407-50749B52A9F1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5C0AFB-7C3D-3B47-580C-9C4A89684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E11A1F-6BDB-88AE-7520-848DAEC6D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3D494-1ED5-4C82-BBDA-74DF9875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001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4DC98A-754C-D879-FB8A-05702A0E6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2367C5-2D4D-18B4-954B-476446FDA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B9175D-3242-EAF3-30EC-C3B3E9139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E7CBCD9-21FD-E366-9D52-98B31B785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4A4F088-FA52-7DE7-2D43-0A2B745D0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100E110-B358-2374-92A3-00B434770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DB7E-9269-498D-A407-50749B52A9F1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BD1A1F6-0848-0547-071E-49FE1A6F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558765E-C496-882D-5A42-CD03B41C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3D494-1ED5-4C82-BBDA-74DF9875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7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4E30A-7010-4052-0D30-F0F062E28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C3A65A9-A3F3-2F3A-3E9B-91B1731A7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DB7E-9269-498D-A407-50749B52A9F1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FFF139-FBA7-2357-59A9-6AE1D31B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35931A1-34F0-B4D9-F551-B704ACED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3D494-1ED5-4C82-BBDA-74DF9875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618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4CD31D3-0BF7-6D59-D1CD-BEAE6522E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DB7E-9269-498D-A407-50749B52A9F1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3EC846E-21B4-E0A4-4D64-05DA46C4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DB20F9-C44F-B505-D53C-D0C13CF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3D494-1ED5-4C82-BBDA-74DF9875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952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76255-D9BC-33E4-A9AB-C03573B76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491ED7-4A10-F56A-3D09-CD1DD79C0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9DA402-0A9E-5FB1-4236-FDFDC9A60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5BCCF0-2520-D6C8-E28E-EF481BD1B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DB7E-9269-498D-A407-50749B52A9F1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AA27E1-5D9D-A2BE-5413-7FB95A5CE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F4574B-9EA1-9FEC-C383-6DB2D2F7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3D494-1ED5-4C82-BBDA-74DF9875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788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C4D7C-812E-3745-CC61-EDBDACDFD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298D53A-A7A4-C6F2-81F4-CE81615ADC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DE0987-8E31-33EE-4E53-1ECB55199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32B66D-318C-3EB0-9253-CC3FB539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DB7E-9269-498D-A407-50749B52A9F1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5E1AF9-7A58-2174-3B60-154E7637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335499-457E-B750-3229-8DDC225C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3D494-1ED5-4C82-BBDA-74DF9875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72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24947E-B3C2-24EE-8753-CBC6C9C0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B5F116B-A245-D95C-21AF-4DCC97691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DF0764-1A4D-C86F-7A4A-B4BAECA17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DB7E-9269-498D-A407-50749B52A9F1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04BAD8-1ED9-AF3A-F802-6BC5741E0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D2081A-865E-92E4-5F62-814473F3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3D494-1ED5-4C82-BBDA-74DF9875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474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EFCE29-983D-81C1-B19C-0BFEE4675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016D7D-7981-D5B1-65A4-AF3FC5275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F27ED-EBF9-C3D5-544C-130EF2E5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DB7E-9269-498D-A407-50749B52A9F1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2F2DA3-9DD1-11BA-1A18-CA355CDF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550148-EF79-6113-DA09-20684CB3F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3D494-1ED5-4C82-BBDA-74DF9875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820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4ABEB5-A9BA-A5AB-C082-D256E4C43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BC564A-4F32-F020-6E43-A954322C7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0300BE-2C00-0E9B-D19E-29F73295B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DDB7E-9269-498D-A407-50749B52A9F1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DC4134-EDC8-5754-FE00-3A1647092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031587-1B3A-7967-6E46-59987AB3B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3D494-1ED5-4C82-BBDA-74DF9875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308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6E2EE4-3525-2731-B523-7CCC896A7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Аудиоинформация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5670AA-3D6A-9DDB-3DA2-106A4E7996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111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F873A4-8715-5E77-AAD7-93928664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68B817-6442-D44F-B0C3-F91069591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Аудиоинформация – это форма передачи данных через звуковые сигналы. В современном мире она играет важную роль благодаря распространению </a:t>
            </a:r>
            <a:r>
              <a:rPr lang="ru-RU" dirty="0" err="1"/>
              <a:t>аудиотехнологий</a:t>
            </a:r>
            <a:r>
              <a:rPr lang="ru-RU" dirty="0"/>
              <a:t>, которые позволяют передавать, хранить и воспроизводить звук.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21E70EB5-AD6C-59D5-C93D-FAC3C622507C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2" r="1439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002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F873A4-8715-5E77-AAD7-93928664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68B817-6442-D44F-B0C3-F91069591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 отличие от визуальной или текстовой информации, аудио требует от слушателя активного восприятия через слуховой аппарат, что накладывает свои особенности на процесс получения и обработки информации.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F3A8415F-41C4-180C-9A01-0CDED10FA70C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" r="-50"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4643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B4153D-86FD-0D17-E21E-813B93F4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аудиоинформации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D2764F-6BF3-812F-90A5-2BA0CF462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Аудиоинформация включает в себя разнообразные формы звуковых сигналов: речь, музыку, звуки природы, шумы и прочие звуковые явления, которые можно записать, передать и воспроизвести. В широком смысле аудиоинформация охватывает все, что человек может услышать и интерпретировать.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7E665F03-F8E7-1883-9CE8-D7B4280F3B1D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198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B4153D-86FD-0D17-E21E-813B93F4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аудиоинформации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D2764F-6BF3-812F-90A5-2BA0CF462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Человеческая речь — это одна из самых значимых форм аудиоинформации, поскольку она служит основным средством общения. Музыка, являясь более сложной формой аудиоинформации, выражает эмоциональные и культурные аспекты жизни человека.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BA11DE6D-3104-F3BC-EA3C-86CBD1224F4B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815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8720DC-A0B2-40EC-2401-3BD80BE8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развития аудиоинформации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C88EF6-7186-AD57-2A16-6469227D2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Первые формы передачи аудиоинформации были связаны с устным словом, когда люди использовали речь для передачи знаний и традиций. С изобретением письменности и печати доминирующим каналом передачи информации стала визуальная информация.</a:t>
            </a:r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8AB28AC4-637C-0394-ADE3-F5875275295C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3" r="3453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499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8720DC-A0B2-40EC-2401-3BD80BE8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развития аудиоинформации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C88EF6-7186-AD57-2A16-6469227D2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Однако с конца XIX века, когда был изобретен фонограф, начался бурный рост технологий записи и воспроизведения звука.</a:t>
            </a:r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3386BE51-6916-247C-9740-A44C35A2CCA9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471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8720DC-A0B2-40EC-2401-3BD80BE8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развития аудиоинформации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C88EF6-7186-AD57-2A16-6469227D2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 XX веке радио и телевидение внесли значительные изменения в способ распространения аудиоинформации. Радио стало первым массовым </a:t>
            </a:r>
            <a:r>
              <a:rPr lang="ru-RU" dirty="0" err="1"/>
              <a:t>аудиосредством</a:t>
            </a:r>
            <a:r>
              <a:rPr lang="ru-RU" dirty="0"/>
              <a:t>, позволяющим передавать новости, музыку и образовательные программы. Затем, с появлением магнитофонов, компакт-дисков и цифровых носителей, аудиоинформация стала доступной для личного использования.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084F321-C177-8627-DDD0-98A29C8EDEC1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" r="601"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123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89BBC-48A8-5957-6B5A-9AC615CB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Современные технологии и аудиоинформация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261C55-24B5-7900-E3FF-733667D34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Сегодня цифровые технологии кардинально изменили способы создания и распространения аудиоинформации. Благодаря интернету и платформам для стриминга, таким как Яндекс Музыка, </a:t>
            </a:r>
            <a:r>
              <a:rPr lang="ru-RU" dirty="0" err="1"/>
              <a:t>Spotify</a:t>
            </a:r>
            <a:r>
              <a:rPr lang="ru-RU" dirty="0"/>
              <a:t>, Apple Music и другие, миллионы людей могут мгновенно получать доступ к музыке и аудиокнигам. </a:t>
            </a:r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865EE867-51FE-8788-5A5C-EA9970D145C5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" r="-52"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678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89BBC-48A8-5957-6B5A-9AC615CB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Современные технологии и аудиоинформация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261C55-24B5-7900-E3FF-733667D34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Подкасты стали популярной формой распространения аудиоинформации, охватывающей самые разные темы — от науки до развлечений.</a:t>
            </a:r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9CF8A5B3-2A74-6F72-0621-DB227227CE4B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1" r="1686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312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89BBC-48A8-5957-6B5A-9AC615CB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Современные технологии и аудиоинформация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261C55-24B5-7900-E3FF-733667D34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Одной из ключевых технологий является искусственный интеллект и системы синтеза речи, которые способны преобразовывать текст в речь. Такие системы находят применение в навигации, голосовых помощниках (</a:t>
            </a:r>
            <a:r>
              <a:rPr lang="ru-RU" dirty="0" err="1"/>
              <a:t>Siri</a:t>
            </a:r>
            <a:r>
              <a:rPr lang="ru-RU" dirty="0"/>
              <a:t>, Google </a:t>
            </a:r>
            <a:r>
              <a:rPr lang="ru-RU" dirty="0" err="1"/>
              <a:t>Assistant</a:t>
            </a:r>
            <a:r>
              <a:rPr lang="ru-RU" dirty="0"/>
              <a:t>) и инструментах для людей с ограниченными возможностями.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10F1E2F-6607-4898-F2E0-8A41E2876D2C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5" r="7855"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34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1832E9-71B6-36F6-9300-6BA89192A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аудиоинформации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6D22EB-24C5-6B5D-AAF4-9CB0B02FB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1.	Доступность: аудиоинформация легко воспринимается и не требует визуального внимания, что особенно полезно для многозадачных людей.</a:t>
            </a:r>
          </a:p>
          <a:p>
            <a:r>
              <a:rPr lang="ru-RU" dirty="0"/>
              <a:t>2.	Эмоциональная окраска: в отличие от текста, голос может передавать эмоции, что помогает лучше понять информацию.</a:t>
            </a:r>
          </a:p>
          <a:p>
            <a:r>
              <a:rPr lang="ru-RU" dirty="0"/>
              <a:t>3.	Мобильность: аудио можно слушать в дороге, во время занятий спортом и других дел.</a:t>
            </a:r>
          </a:p>
          <a:p>
            <a:endParaRPr lang="ru-RU" dirty="0"/>
          </a:p>
        </p:txBody>
      </p:sp>
      <p:pic>
        <p:nvPicPr>
          <p:cNvPr id="13314" name="Picture 2" descr="Picture background">
            <a:extLst>
              <a:ext uri="{FF2B5EF4-FFF2-40B4-BE49-F238E27FC236}">
                <a16:creationId xmlns:a16="http://schemas.microsoft.com/office/drawing/2014/main" id="{B5EA59D8-5961-A7C9-B825-4C4221280283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0" r="305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513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1832E9-71B6-36F6-9300-6BA89192A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аудиоинформации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6D22EB-24C5-6B5D-AAF4-9CB0B02FB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1.	Трудность поиска и анализа: В отличие от текстовых данных, аудио сложнее структурировать и искать конкретную информацию.</a:t>
            </a:r>
          </a:p>
          <a:p>
            <a:r>
              <a:rPr lang="ru-RU" dirty="0"/>
              <a:t>2.	Ограниченность восприятия: некоторые люди лучше воспринимают визуальные образы и им сложнее воспринимать информацию через слух.</a:t>
            </a:r>
          </a:p>
        </p:txBody>
      </p:sp>
      <p:pic>
        <p:nvPicPr>
          <p:cNvPr id="12290" name="Picture 2" descr="Picture background">
            <a:extLst>
              <a:ext uri="{FF2B5EF4-FFF2-40B4-BE49-F238E27FC236}">
                <a16:creationId xmlns:a16="http://schemas.microsoft.com/office/drawing/2014/main" id="{3D64CB62-078F-3782-5DB5-FABB7CAC697A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799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88180-8ADA-78D0-8657-ED444DECD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11DEBE-2812-DA79-C6EA-66FFC3EF8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Аудиоинформация играет важную роль в жизни современного человека. Благодаря стремительному развитию технологий она становится всё более доступной и разнообразной. Она помогает передавать эмоции, культурные и образовательные материалы, а также значительно расширяет возможности для людей с особыми потребностями. </a:t>
            </a:r>
          </a:p>
        </p:txBody>
      </p:sp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174EE910-EF83-B267-8B99-918319693F59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9" r="804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091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88180-8ADA-78D0-8657-ED444DECD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11DEBE-2812-DA79-C6EA-66FFC3EF8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 будущем аудиоинформация, вероятно, будет всё более интегрироваться с искусственным интеллектом, делая её еще более адаптируемой и полезной для пользователей.</a:t>
            </a:r>
          </a:p>
        </p:txBody>
      </p:sp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6DF77B72-5FC0-8F77-1CB4-3C360497657F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0" r="12940"/>
          <a:stretch>
            <a:fillRect/>
          </a:stretch>
        </p:blipFill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0752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22C370-48F6-0981-67CF-28F1901AB336}"/>
              </a:ext>
            </a:extLst>
          </p:cNvPr>
          <p:cNvSpPr txBox="1"/>
          <p:nvPr/>
        </p:nvSpPr>
        <p:spPr>
          <a:xfrm>
            <a:off x="1922526" y="1826782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Литература:</a:t>
            </a:r>
          </a:p>
          <a:p>
            <a:r>
              <a:rPr lang="ru-RU" dirty="0"/>
              <a:t>1.	</a:t>
            </a:r>
            <a:r>
              <a:rPr lang="ru-RU" dirty="0" err="1"/>
              <a:t>Маклюэн</a:t>
            </a:r>
            <a:r>
              <a:rPr lang="ru-RU" dirty="0"/>
              <a:t>, М. «Понимание медиа: внешние расширения человека». Москва: Академический проект, 2003.</a:t>
            </a:r>
          </a:p>
          <a:p>
            <a:r>
              <a:rPr lang="ru-RU" dirty="0"/>
              <a:t>2.	Бодрийяр, Ж. «Симулякры и симуляция». Москва: Культурная революция, 2015.</a:t>
            </a:r>
          </a:p>
          <a:p>
            <a:r>
              <a:rPr lang="ru-RU" dirty="0"/>
              <a:t>3.	Шкловский, В. «Искусство как приём». Москва: Советский писатель, 1963.</a:t>
            </a:r>
          </a:p>
        </p:txBody>
      </p:sp>
    </p:spTree>
    <p:extLst>
      <p:ext uri="{BB962C8B-B14F-4D97-AF65-F5344CB8AC3E}">
        <p14:creationId xmlns:p14="http://schemas.microsoft.com/office/powerpoint/2010/main" val="28961909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603</Words>
  <Application>Microsoft Office PowerPoint</Application>
  <PresentationFormat>Широкоэкранный</PresentationFormat>
  <Paragraphs>36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Аудиоинформация</vt:lpstr>
      <vt:lpstr>Введение</vt:lpstr>
      <vt:lpstr>Введение</vt:lpstr>
      <vt:lpstr>Понятие аудиоинформации</vt:lpstr>
      <vt:lpstr>Понятие аудиоинформации</vt:lpstr>
      <vt:lpstr>История развития аудиоинформации</vt:lpstr>
      <vt:lpstr>История развития аудиоинформации</vt:lpstr>
      <vt:lpstr>История развития аудиоинформации</vt:lpstr>
      <vt:lpstr>Современные технологии и аудиоинформация</vt:lpstr>
      <vt:lpstr>Современные технологии и аудиоинформация</vt:lpstr>
      <vt:lpstr>Современные технологии и аудиоинформация</vt:lpstr>
      <vt:lpstr>Преимущества аудиоинформации</vt:lpstr>
      <vt:lpstr>Недостатки аудиоинформации</vt:lpstr>
      <vt:lpstr>Заключение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Dix1k</dc:creator>
  <cp:lastModifiedBy>Dix1k</cp:lastModifiedBy>
  <cp:revision>3</cp:revision>
  <dcterms:created xsi:type="dcterms:W3CDTF">2024-09-27T15:52:44Z</dcterms:created>
  <dcterms:modified xsi:type="dcterms:W3CDTF">2024-09-27T16:26:26Z</dcterms:modified>
</cp:coreProperties>
</file>