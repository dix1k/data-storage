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47E997-8DFD-44EB-9D75-630853E60F6A}" type="datetimeFigureOut">
              <a:rPr lang="ru-RU" smtClean="0"/>
              <a:t>27.09.2024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FA047A-AC8F-4308-84A9-0C9E5F5D7C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6979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8364FC17-94EF-444E-8054-0F72E806FC68}" type="datetime1">
              <a:rPr lang="en-US" smtClean="0"/>
              <a:t>9/27/2024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C80FC-50D7-416D-BCAD-9BC48E13A957}" type="datetime1">
              <a:rPr lang="en-US" smtClean="0"/>
              <a:t>9/27/2024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A51D4-FF6B-4B65-A36A-A0580CF65DDA}" type="datetime1">
              <a:rPr lang="en-US" smtClean="0"/>
              <a:t>9/27/2024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A9E54-9307-4822-94B2-FD58EDF4EBAD}" type="datetime1">
              <a:rPr lang="en-US" smtClean="0"/>
              <a:t>9/27/2024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D7049-61CF-4D60-98FC-14107A2444BC}" type="datetime1">
              <a:rPr lang="en-US" smtClean="0"/>
              <a:t>9/27/2024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64814-A1FD-45A9-8E34-A994F640B76A}" type="datetime1">
              <a:rPr lang="en-US" smtClean="0"/>
              <a:t>9/27/2024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398E6-F4B6-4D6B-9E8B-8CDEEE272DB4}" type="datetime1">
              <a:rPr lang="en-US" smtClean="0"/>
              <a:t>9/27/2024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19218-83D3-47A6-B03B-6240C840F35C}" type="datetime1">
              <a:rPr lang="en-US" smtClean="0"/>
              <a:t>9/27/2024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1C502-0657-4F13-B9C4-0C2AA40C8C78}" type="datetime1">
              <a:rPr lang="en-US" smtClean="0"/>
              <a:t>9/27/2024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F8880-2D66-4A45-8F5C-61C45D4E1781}" type="datetime1">
              <a:rPr lang="en-US" smtClean="0"/>
              <a:t>9/27/2024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5CB89-D314-4410-ACDE-20024A07CC97}" type="datetime1">
              <a:rPr lang="en-US" smtClean="0"/>
              <a:t>9/27/2024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2F5BC-0CBF-4A90-8BE5-EC3627FCEB62}" type="datetime1">
              <a:rPr lang="en-US" smtClean="0"/>
              <a:t>9/27/2024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C3D1B-D857-4859-8DED-C67704C60210}" type="datetime1">
              <a:rPr lang="en-US" smtClean="0"/>
              <a:t>9/27/2024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F6239-18CC-474C-87D8-9C8D9013E012}" type="datetime1">
              <a:rPr lang="en-US" smtClean="0"/>
              <a:t>9/27/2024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D5B46-BBD7-43A3-80FF-4B8C3B1CACE3}" type="datetime1">
              <a:rPr lang="en-US" smtClean="0"/>
              <a:t>9/27/2024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F4758A73-E55D-409D-A7BA-E29316E6AB4A}" type="datetime1">
              <a:rPr lang="en-US" smtClean="0"/>
              <a:t>9/27/2024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998FC142-2D6B-44D7-9F31-D938EB7B2E49}" type="datetime1">
              <a:rPr lang="en-US" smtClean="0"/>
              <a:t>9/27/2024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48FB360E-C57D-4340-9A55-53F4F5E965E8}" type="datetime1">
              <a:rPr lang="en-US" smtClean="0"/>
              <a:t>9/27/2024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DFE3FC-6909-564B-7FD4-1042705C82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Windows Server 2012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3083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0E9DDB-BA58-1CA6-36FF-0C38DC4EE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69" y="468037"/>
            <a:ext cx="5153839" cy="1735667"/>
          </a:xfrm>
        </p:spPr>
        <p:txBody>
          <a:bodyPr/>
          <a:lstStyle/>
          <a:p>
            <a:r>
              <a:rPr lang="ru-RU" dirty="0"/>
              <a:t>Введение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DC6499C-7B9F-A281-E315-26CF86CF9E5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6491" r="16491"/>
          <a:stretch>
            <a:fillRect/>
          </a:stretch>
        </p:blipFill>
        <p:spPr>
          <a:xfrm>
            <a:off x="6096000" y="1335088"/>
            <a:ext cx="5605463" cy="5227637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37F471F0-6B74-19EE-BC13-E1A53E9E2E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0291" y="2542032"/>
            <a:ext cx="5153839" cy="3749040"/>
          </a:xfrm>
        </p:spPr>
        <p:txBody>
          <a:bodyPr>
            <a:normAutofit/>
          </a:bodyPr>
          <a:lstStyle/>
          <a:p>
            <a:r>
              <a:rPr lang="ru-RU" sz="2400" dirty="0"/>
              <a:t>Windows Server 2012 — это серверная операционная система, разработанная компанией Microsoft. Она является частью семейства Windows NT и была выпущена 4 сентября 2012 года. 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61E5427-6AB3-FCA5-21CD-F34D1D413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813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17761F-CBAC-2466-4C6F-1ACFD446D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261" y="973668"/>
            <a:ext cx="9351280" cy="706964"/>
          </a:xfrm>
        </p:spPr>
        <p:txBody>
          <a:bodyPr/>
          <a:lstStyle/>
          <a:p>
            <a:r>
              <a:rPr lang="ru-RU" sz="3500" dirty="0"/>
              <a:t>Основные нововведения и возможности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65D62E4-EEA4-ED63-5DE8-A48EEE72F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4B50BD15-9863-3B96-212C-D6EB2CCA0DC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7322" y="2603500"/>
            <a:ext cx="8595217" cy="3852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3103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0E9DDB-BA58-1CA6-36FF-0C38DC4EE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70" y="468037"/>
            <a:ext cx="5153838" cy="1735667"/>
          </a:xfrm>
        </p:spPr>
        <p:txBody>
          <a:bodyPr>
            <a:norm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ru-RU" dirty="0"/>
              <a:t>Интерфейс и управление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7F471F0-6B74-19EE-BC13-E1A53E9E2E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0291" y="2542032"/>
            <a:ext cx="5153839" cy="3749040"/>
          </a:xfrm>
        </p:spPr>
        <p:txBody>
          <a:bodyPr>
            <a:normAutofit/>
          </a:bodyPr>
          <a:lstStyle/>
          <a:p>
            <a:r>
              <a:rPr lang="ru-RU" sz="2400" dirty="0"/>
              <a:t>Windows Server 2012 получила новый интерфейс Metro, подобный Windows 8, с обновленным диспетчером серверов. Пользователи могут легко добавлять роли и функции, а также управлять их состоянием с одной консоли.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61E5427-6AB3-FCA5-21CD-F34D1D413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90B41E44-2C56-DA52-DA43-F3D56C4C959D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" r="39890" b="-9"/>
          <a:stretch/>
        </p:blipFill>
        <p:spPr bwMode="auto">
          <a:xfrm>
            <a:off x="6096000" y="1335088"/>
            <a:ext cx="5605463" cy="5227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6043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0E9DDB-BA58-1CA6-36FF-0C38DC4EE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69" y="468037"/>
            <a:ext cx="5153839" cy="1735667"/>
          </a:xfrm>
        </p:spPr>
        <p:txBody>
          <a:bodyPr/>
          <a:lstStyle/>
          <a:p>
            <a:pPr marL="742950" indent="-742950">
              <a:buFont typeface="+mj-lt"/>
              <a:buAutoNum type="arabicPeriod" startAt="2"/>
            </a:pPr>
            <a:r>
              <a:rPr lang="en-US" dirty="0"/>
              <a:t>Hyper-V 3.0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7F471F0-6B74-19EE-BC13-E1A53E9E2E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0291" y="2542032"/>
            <a:ext cx="5153839" cy="3749040"/>
          </a:xfrm>
        </p:spPr>
        <p:txBody>
          <a:bodyPr>
            <a:normAutofit fontScale="92500" lnSpcReduction="10000"/>
          </a:bodyPr>
          <a:lstStyle/>
          <a:p>
            <a:r>
              <a:rPr lang="ru-RU" sz="2400" dirty="0"/>
              <a:t>Одним из ключевых компонентов Windows Server 2012 является Hyper-V 3.0 — новая версия платформы для виртуализации от Microsoft. Hyper-V 3.0 значительно расширяет возможности виртуализации, предоставляя поддержку большего количества виртуальных машин, увеличенную производительность и масштабируемость.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61E5427-6AB3-FCA5-21CD-F34D1D413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DAF1D34F-4BC3-57D0-93B1-00BCE8774C9D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98" t="-1506" r="14903" b="-16537"/>
          <a:stretch/>
        </p:blipFill>
        <p:spPr bwMode="auto">
          <a:xfrm>
            <a:off x="6096000" y="1335088"/>
            <a:ext cx="5605463" cy="5227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1462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EF5032-CDCE-8BC4-280A-BF2804E3B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Важные нововведения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4795477-FEA6-AFA4-42E6-B262C850AE3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1154954" y="4532843"/>
            <a:ext cx="3050438" cy="2029426"/>
          </a:xfrm>
        </p:spPr>
        <p:txBody>
          <a:bodyPr>
            <a:normAutofit/>
          </a:bodyPr>
          <a:lstStyle/>
          <a:p>
            <a:r>
              <a:rPr lang="ru-RU" sz="2000" dirty="0"/>
              <a:t>•	Поддержка до 320 логических процессоров и 4 ТБ оперативной памяти на хосте.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FD4B7D3B-27F7-8394-7776-EEC7B90D0E7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570172" y="4532842"/>
            <a:ext cx="3050438" cy="2029427"/>
          </a:xfrm>
        </p:spPr>
        <p:txBody>
          <a:bodyPr>
            <a:normAutofit fontScale="92500" lnSpcReduction="10000"/>
          </a:bodyPr>
          <a:lstStyle/>
          <a:p>
            <a:r>
              <a:rPr lang="ru-RU" sz="1800" dirty="0"/>
              <a:t>•	Возможность миграции виртуальных машин без простоев (Live </a:t>
            </a:r>
            <a:r>
              <a:rPr lang="ru-RU" sz="1800" dirty="0" err="1"/>
              <a:t>Migration</a:t>
            </a:r>
            <a:r>
              <a:rPr lang="ru-RU" sz="1800" dirty="0"/>
              <a:t>) и расширенная функция миграции между хранилищами (Storage </a:t>
            </a:r>
            <a:r>
              <a:rPr lang="ru-RU" sz="1800" dirty="0" err="1"/>
              <a:t>Migration</a:t>
            </a:r>
            <a:r>
              <a:rPr lang="ru-RU" sz="1800" dirty="0"/>
              <a:t>).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003E38E8-11B6-0E11-A53E-7B85E8DDE3C0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7982775" y="4532843"/>
            <a:ext cx="3051096" cy="2029427"/>
          </a:xfrm>
        </p:spPr>
        <p:txBody>
          <a:bodyPr>
            <a:normAutofit lnSpcReduction="10000"/>
          </a:bodyPr>
          <a:lstStyle/>
          <a:p>
            <a:r>
              <a:rPr lang="ru-RU" sz="2000" dirty="0"/>
              <a:t>•	Виртуальные машины могут поддерживать до 64 виртуальных процессоров и до 1 ТБ оперативной памяти.</a:t>
            </a:r>
          </a:p>
        </p:txBody>
      </p:sp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B3985ECC-2DF0-A240-A12B-D836D670F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5122" name="Picture 2" descr="Picture background">
            <a:extLst>
              <a:ext uri="{FF2B5EF4-FFF2-40B4-BE49-F238E27FC236}">
                <a16:creationId xmlns:a16="http://schemas.microsoft.com/office/drawing/2014/main" id="{12135AD2-4BB6-02DB-C2ED-73FAEC1E9A97}"/>
              </a:ext>
            </a:extLst>
          </p:cNvPr>
          <p:cNvPicPr>
            <a:picLocks noGrp="1" noChangeAspect="1" noChangeArrowheads="1"/>
          </p:cNvPicPr>
          <p:nvPr>
            <p:ph type="pic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7" r="2037"/>
          <a:stretch>
            <a:fillRect/>
          </a:stretch>
        </p:blipFill>
        <p:spPr bwMode="auto">
          <a:xfrm>
            <a:off x="1335088" y="2325688"/>
            <a:ext cx="2690812" cy="1870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Picture background">
            <a:extLst>
              <a:ext uri="{FF2B5EF4-FFF2-40B4-BE49-F238E27FC236}">
                <a16:creationId xmlns:a16="http://schemas.microsoft.com/office/drawing/2014/main" id="{5A864CDC-D914-255E-B4A5-B25311765F49}"/>
              </a:ext>
            </a:extLst>
          </p:cNvPr>
          <p:cNvPicPr>
            <a:picLocks noGrp="1" noChangeAspect="1" noChangeArrowheads="1"/>
          </p:cNvPicPr>
          <p:nvPr>
            <p:ph type="pic" idx="2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0" r="2150"/>
          <a:stretch>
            <a:fillRect/>
          </a:stretch>
        </p:blipFill>
        <p:spPr bwMode="auto">
          <a:xfrm>
            <a:off x="4748213" y="2325688"/>
            <a:ext cx="2690812" cy="1870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Picture background">
            <a:extLst>
              <a:ext uri="{FF2B5EF4-FFF2-40B4-BE49-F238E27FC236}">
                <a16:creationId xmlns:a16="http://schemas.microsoft.com/office/drawing/2014/main" id="{315C0745-11E8-55D9-558D-55D4A712E93C}"/>
              </a:ext>
            </a:extLst>
          </p:cNvPr>
          <p:cNvPicPr>
            <a:picLocks noGrp="1" noChangeAspect="1" noChangeArrowheads="1"/>
          </p:cNvPicPr>
          <p:nvPr>
            <p:ph type="pic" idx="2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31" r="9531"/>
          <a:stretch>
            <a:fillRect/>
          </a:stretch>
        </p:blipFill>
        <p:spPr bwMode="auto">
          <a:xfrm>
            <a:off x="8162925" y="2325688"/>
            <a:ext cx="2690813" cy="1870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5878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0E9DDB-BA58-1CA6-36FF-0C38DC4EE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70" y="468037"/>
            <a:ext cx="5153838" cy="1735667"/>
          </a:xfrm>
        </p:spPr>
        <p:txBody>
          <a:bodyPr>
            <a:normAutofit/>
          </a:bodyPr>
          <a:lstStyle/>
          <a:p>
            <a:pPr marL="742950" indent="-742950">
              <a:buFont typeface="+mj-lt"/>
              <a:buAutoNum type="arabicPeriod" startAt="3"/>
            </a:pPr>
            <a:r>
              <a:rPr lang="ru-RU" dirty="0"/>
              <a:t>Виртуальные сети и </a:t>
            </a:r>
            <a:r>
              <a:rPr lang="en-US" dirty="0"/>
              <a:t>IP-</a:t>
            </a:r>
            <a:r>
              <a:rPr lang="ru-RU" dirty="0"/>
              <a:t>адресация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7F471F0-6B74-19EE-BC13-E1A53E9E2E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0291" y="2542032"/>
            <a:ext cx="5153839" cy="3749040"/>
          </a:xfrm>
        </p:spPr>
        <p:txBody>
          <a:bodyPr>
            <a:normAutofit/>
          </a:bodyPr>
          <a:lstStyle/>
          <a:p>
            <a:r>
              <a:rPr lang="ru-RU" sz="2400" dirty="0"/>
              <a:t>Windows Server 2012 улучшает управление виртуальными сетями и поддерживает функции изоляции и сегментации сетевого трафика с помощью технологий VLAN и Private VLAN. 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61E5427-6AB3-FCA5-21CD-F34D1D413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146" name="Picture 2" descr="Picture background">
            <a:extLst>
              <a:ext uri="{FF2B5EF4-FFF2-40B4-BE49-F238E27FC236}">
                <a16:creationId xmlns:a16="http://schemas.microsoft.com/office/drawing/2014/main" id="{EE503CDB-60B5-D6E9-43D1-D48C5B8CBA71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598" r="4" b="-9"/>
          <a:stretch/>
        </p:blipFill>
        <p:spPr bwMode="auto">
          <a:xfrm>
            <a:off x="6096000" y="1335088"/>
            <a:ext cx="5605463" cy="5227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0168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0E9DDB-BA58-1CA6-36FF-0C38DC4EE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70" y="468037"/>
            <a:ext cx="5153838" cy="1735667"/>
          </a:xfrm>
        </p:spPr>
        <p:txBody>
          <a:bodyPr>
            <a:normAutofit fontScale="90000"/>
          </a:bodyPr>
          <a:lstStyle/>
          <a:p>
            <a:pPr marL="742950" indent="-742950">
              <a:buFont typeface="+mj-lt"/>
              <a:buAutoNum type="arabicPeriod" startAt="4"/>
            </a:pPr>
            <a:r>
              <a:rPr lang="ru-RU" dirty="0"/>
              <a:t>Файловые и </a:t>
            </a:r>
            <a:r>
              <a:rPr lang="ru-RU" dirty="0" err="1"/>
              <a:t>хранилищные</a:t>
            </a:r>
            <a:r>
              <a:rPr lang="ru-RU" dirty="0"/>
              <a:t> службы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7F471F0-6B74-19EE-BC13-E1A53E9E2E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0291" y="2542032"/>
            <a:ext cx="5153839" cy="3749040"/>
          </a:xfrm>
        </p:spPr>
        <p:txBody>
          <a:bodyPr>
            <a:normAutofit/>
          </a:bodyPr>
          <a:lstStyle/>
          <a:p>
            <a:r>
              <a:rPr lang="ru-RU" sz="2400" dirty="0"/>
              <a:t>Windows Server 2012 привносит множество улучшений в файловую систему и управление хранилищем. Новая файловая система </a:t>
            </a:r>
            <a:r>
              <a:rPr lang="ru-RU" sz="2400" dirty="0" err="1"/>
              <a:t>ReFS</a:t>
            </a:r>
            <a:r>
              <a:rPr lang="ru-RU" sz="2400" dirty="0"/>
              <a:t> (</a:t>
            </a:r>
            <a:r>
              <a:rPr lang="ru-RU" sz="2400" dirty="0" err="1"/>
              <a:t>Resilient</a:t>
            </a:r>
            <a:r>
              <a:rPr lang="ru-RU" sz="2400" dirty="0"/>
              <a:t> File System) предоставляет повышенную надежность и устойчивость к повреждениям данных.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61E5427-6AB3-FCA5-21CD-F34D1D413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7170" name="Picture 2" descr="Picture background">
            <a:extLst>
              <a:ext uri="{FF2B5EF4-FFF2-40B4-BE49-F238E27FC236}">
                <a16:creationId xmlns:a16="http://schemas.microsoft.com/office/drawing/2014/main" id="{959273E9-D6D5-C908-08C7-8BC7A0C3AC28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" r="474"/>
          <a:stretch>
            <a:fillRect/>
          </a:stretch>
        </p:blipFill>
        <p:spPr bwMode="auto">
          <a:xfrm>
            <a:off x="6096000" y="1335088"/>
            <a:ext cx="5605463" cy="5227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4106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0E9DDB-BA58-1CA6-36FF-0C38DC4EE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69" y="468037"/>
            <a:ext cx="5153839" cy="1735667"/>
          </a:xfrm>
        </p:spPr>
        <p:txBody>
          <a:bodyPr>
            <a:normAutofit/>
          </a:bodyPr>
          <a:lstStyle/>
          <a:p>
            <a:pPr marL="742950" indent="-742950">
              <a:buFont typeface="+mj-lt"/>
              <a:buAutoNum type="arabicPeriod" startAt="5"/>
            </a:pPr>
            <a:r>
              <a:rPr lang="en-US" dirty="0"/>
              <a:t>Active Directory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7F471F0-6B74-19EE-BC13-E1A53E9E2E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0291" y="2542032"/>
            <a:ext cx="5153839" cy="3749040"/>
          </a:xfrm>
        </p:spPr>
        <p:txBody>
          <a:bodyPr>
            <a:normAutofit fontScale="85000" lnSpcReduction="20000"/>
          </a:bodyPr>
          <a:lstStyle/>
          <a:p>
            <a:r>
              <a:rPr lang="ru-RU" sz="2400" dirty="0"/>
              <a:t>В Windows Server 2012 внесены улучшения в Active Directory. Основные новшества включают:</a:t>
            </a:r>
          </a:p>
          <a:p>
            <a:r>
              <a:rPr lang="ru-RU" sz="2400" dirty="0"/>
              <a:t>•	Active Directory </a:t>
            </a:r>
            <a:r>
              <a:rPr lang="ru-RU" sz="2400" dirty="0" err="1"/>
              <a:t>Recycle</a:t>
            </a:r>
            <a:r>
              <a:rPr lang="ru-RU" sz="2400" dirty="0"/>
              <a:t> </a:t>
            </a:r>
            <a:r>
              <a:rPr lang="ru-RU" sz="2400" dirty="0" err="1"/>
              <a:t>Bin</a:t>
            </a:r>
            <a:r>
              <a:rPr lang="ru-RU" sz="2400" dirty="0"/>
              <a:t>, позволяющая восстанавливать случайно удаленные объекты.</a:t>
            </a:r>
          </a:p>
          <a:p>
            <a:r>
              <a:rPr lang="ru-RU" sz="2400" dirty="0"/>
              <a:t>•	Обновленный интерфейс для управления доменными службами.</a:t>
            </a:r>
          </a:p>
          <a:p>
            <a:r>
              <a:rPr lang="ru-RU" sz="2400" dirty="0"/>
              <a:t>•	Простое клонирование контроллеров домена, что ускоряет процесс развертывания новых серверов.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61E5427-6AB3-FCA5-21CD-F34D1D413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8194" name="Picture 2" descr="Picture background">
            <a:extLst>
              <a:ext uri="{FF2B5EF4-FFF2-40B4-BE49-F238E27FC236}">
                <a16:creationId xmlns:a16="http://schemas.microsoft.com/office/drawing/2014/main" id="{EBCCE21F-A591-480E-C38B-525B9E3035B9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81" r="-70" b="-1"/>
          <a:stretch/>
        </p:blipFill>
        <p:spPr bwMode="auto">
          <a:xfrm>
            <a:off x="6096000" y="1335088"/>
            <a:ext cx="5605463" cy="5227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6688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0E9DDB-BA58-1CA6-36FF-0C38DC4EE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69" y="468037"/>
            <a:ext cx="5153839" cy="1735667"/>
          </a:xfrm>
        </p:spPr>
        <p:txBody>
          <a:bodyPr>
            <a:normAutofit/>
          </a:bodyPr>
          <a:lstStyle/>
          <a:p>
            <a:pPr marL="742950" indent="-742950">
              <a:buFont typeface="+mj-lt"/>
              <a:buAutoNum type="arabicPeriod" startAt="6"/>
            </a:pPr>
            <a:r>
              <a:rPr lang="en-US" dirty="0"/>
              <a:t>PowerShell 3.0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7F471F0-6B74-19EE-BC13-E1A53E9E2E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0291" y="2542032"/>
            <a:ext cx="5153839" cy="3749040"/>
          </a:xfrm>
        </p:spPr>
        <p:txBody>
          <a:bodyPr>
            <a:normAutofit fontScale="92500" lnSpcReduction="10000"/>
          </a:bodyPr>
          <a:lstStyle/>
          <a:p>
            <a:r>
              <a:rPr lang="ru-RU" sz="2400" dirty="0"/>
              <a:t>Одним из значительных улучшений в Windows Server 2012 стала интеграция </a:t>
            </a:r>
            <a:r>
              <a:rPr lang="ru-RU" sz="2400" dirty="0" err="1"/>
              <a:t>PowerShell</a:t>
            </a:r>
            <a:r>
              <a:rPr lang="ru-RU" sz="2400" dirty="0"/>
              <a:t> 3.0. Она предлагает расширенные возможности автоматизации и сценариев управления серверами, поддерживая более 2300 командлетов. </a:t>
            </a:r>
            <a:r>
              <a:rPr lang="ru-RU" sz="2400" dirty="0" err="1"/>
              <a:t>PowerShell</a:t>
            </a:r>
            <a:r>
              <a:rPr lang="ru-RU" sz="2400" dirty="0"/>
              <a:t> 3.0 предоставляет новые возможности по автоматизации рутинных задач администрирования и настройки серверных систем.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61E5427-6AB3-FCA5-21CD-F34D1D413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9218" name="Picture 2" descr="Picture background">
            <a:extLst>
              <a:ext uri="{FF2B5EF4-FFF2-40B4-BE49-F238E27FC236}">
                <a16:creationId xmlns:a16="http://schemas.microsoft.com/office/drawing/2014/main" id="{3F9B0A1F-16AE-9517-E352-3D40C6F18477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9" r="1" b="-9"/>
          <a:stretch/>
        </p:blipFill>
        <p:spPr bwMode="auto">
          <a:xfrm>
            <a:off x="6096000" y="1335088"/>
            <a:ext cx="5605463" cy="5227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7040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CD8CFD-2C87-C5F9-6DA4-945BE7A86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Варианты выпуска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5B9D4DA-DF2A-BB0F-5D0D-E1F358B5F0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200" dirty="0"/>
              <a:t>Foundation</a:t>
            </a:r>
            <a:endParaRPr lang="ru-RU" sz="320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089413A-2942-BFF2-9942-F7D18B6245B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базовая редакция для малых организаций (до 15 пользователей).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39CBE51-9B0C-89A1-30E3-1EA0E01FED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3200" dirty="0"/>
              <a:t>Essentials</a:t>
            </a:r>
            <a:endParaRPr lang="ru-RU" sz="3200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C44824B-0BE9-2A0F-76E2-16B8AD23455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оптимальная для компаний с числом пользователей до 25.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136219B-92F1-FBD5-FCEF-70A45CFF7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356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A3C5E1-CD25-27F9-0FC6-55C9B1C16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Варианты выпуска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ABB4515-CC10-A2BA-6D76-3B7A34EB9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200" dirty="0"/>
              <a:t>Standard</a:t>
            </a:r>
            <a:endParaRPr lang="ru-RU" sz="320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5442A02-260F-2155-307A-C09E90EBABF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включает основные возможности и предназначена для средних и крупных компаний.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C2C2D0C-598F-88EF-1187-B8E0B10679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3200" dirty="0"/>
              <a:t>Datacenter</a:t>
            </a:r>
            <a:endParaRPr lang="ru-RU" sz="3200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00FD5F4-2BBC-96BC-4F88-71A7DE9252E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для крупных организаций с высокой степенью виртуализации.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38A6A3F-CFC1-A8FD-BD25-76EDD4C5D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23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40463F-6760-C95A-822F-EFC41E305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4542363"/>
            <a:ext cx="8825659" cy="566738"/>
          </a:xfrm>
        </p:spPr>
        <p:txBody>
          <a:bodyPr>
            <a:normAutofit/>
          </a:bodyPr>
          <a:lstStyle/>
          <a:p>
            <a:r>
              <a:rPr lang="ru-RU" sz="2800" dirty="0"/>
              <a:t>Заключение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07A7AD6-66CD-6565-944B-83E4BAAA20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4" y="5109101"/>
            <a:ext cx="8825658" cy="921276"/>
          </a:xfrm>
        </p:spPr>
        <p:txBody>
          <a:bodyPr>
            <a:normAutofit fontScale="92500" lnSpcReduction="20000"/>
          </a:bodyPr>
          <a:lstStyle/>
          <a:p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Windows Server 2012 стал значительным шагом вперед в области серверных технологий, предоставляя компаниям мощные инструменты для управления, безопасности и виртуализации.</a:t>
            </a:r>
            <a:endParaRPr lang="ru-RU" sz="16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29AAFCE-DA55-424A-02C5-3E0457767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FEB1CF6D-DCFF-805A-32FD-A1CE695E3A9F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61" b="15461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52619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вет директоров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Ион (конференц-зал)</Template>
  <TotalTime>31</TotalTime>
  <Words>410</Words>
  <Application>Microsoft Office PowerPoint</Application>
  <PresentationFormat>Широкоэкранный</PresentationFormat>
  <Paragraphs>47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Arial</vt:lpstr>
      <vt:lpstr>Calibri</vt:lpstr>
      <vt:lpstr>Century Gothic</vt:lpstr>
      <vt:lpstr>Times New Roman</vt:lpstr>
      <vt:lpstr>Wingdings 3</vt:lpstr>
      <vt:lpstr>Совет директоров</vt:lpstr>
      <vt:lpstr>Windows Server 2012</vt:lpstr>
      <vt:lpstr>Введение</vt:lpstr>
      <vt:lpstr>Основные нововведения и возможности</vt:lpstr>
      <vt:lpstr>Интерфейс и управление</vt:lpstr>
      <vt:lpstr>Hyper-V 3.0</vt:lpstr>
      <vt:lpstr>Важные нововведения</vt:lpstr>
      <vt:lpstr>Виртуальные сети и IP-адресация</vt:lpstr>
      <vt:lpstr>Файловые и хранилищные службы</vt:lpstr>
      <vt:lpstr>Active Directory</vt:lpstr>
      <vt:lpstr>PowerShell 3.0</vt:lpstr>
      <vt:lpstr>Варианты выпуска</vt:lpstr>
      <vt:lpstr>Варианты выпуска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Dix1k</dc:creator>
  <cp:lastModifiedBy>Dix1k</cp:lastModifiedBy>
  <cp:revision>4</cp:revision>
  <dcterms:created xsi:type="dcterms:W3CDTF">2024-09-27T12:06:28Z</dcterms:created>
  <dcterms:modified xsi:type="dcterms:W3CDTF">2024-09-27T12:37:48Z</dcterms:modified>
</cp:coreProperties>
</file>